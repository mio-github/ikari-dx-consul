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7"/>
  </p:notesMasterIdLst>
  <p:handoutMasterIdLst>
    <p:handoutMasterId r:id="rId8"/>
  </p:handoutMasterIdLst>
  <p:sldIdLst>
    <p:sldId id="4037" r:id="rId5"/>
    <p:sldId id="4086" r:id="rId6"/>
  </p:sldIdLst>
  <p:sldSz cx="9144000" cy="5143500" type="screen16x9"/>
  <p:notesSz cx="9866313" cy="6735763"/>
  <p:defaultText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a:srgbClr val="0000FF"/>
    <a:srgbClr val="FF00FF"/>
    <a:srgbClr val="CCFFFF"/>
    <a:srgbClr val="FFFFCC"/>
    <a:srgbClr val="663300"/>
    <a:srgbClr val="003300"/>
    <a:srgbClr val="006600"/>
    <a:srgbClr val="00FFFF"/>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C4EDC0-F89B-43EC-8BBF-1DC2F643C580}" v="47" dt="2025-10-19T23:27:18.33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004" autoAdjust="0"/>
    <p:restoredTop sz="95026" autoAdjust="0"/>
  </p:normalViewPr>
  <p:slideViewPr>
    <p:cSldViewPr snapToGrid="0" snapToObjects="1">
      <p:cViewPr varScale="1">
        <p:scale>
          <a:sx n="111" d="100"/>
          <a:sy n="111" d="100"/>
        </p:scale>
        <p:origin x="96" y="629"/>
      </p:cViewPr>
      <p:guideLst/>
    </p:cSldViewPr>
  </p:slideViewPr>
  <p:notesTextViewPr>
    <p:cViewPr>
      <p:scale>
        <a:sx n="1" d="1"/>
        <a:sy n="1" d="1"/>
      </p:scale>
      <p:origin x="0" y="0"/>
    </p:cViewPr>
  </p:notesTextViewPr>
  <p:sorterViewPr>
    <p:cViewPr>
      <p:scale>
        <a:sx n="200" d="100"/>
        <a:sy n="200" d="100"/>
      </p:scale>
      <p:origin x="0" y="-32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ED46FDF7-CE2C-3C4F-A46E-4B7AEC3366A5}"/>
              </a:ext>
            </a:extLst>
          </p:cNvPr>
          <p:cNvSpPr>
            <a:spLocks noGrp="1"/>
          </p:cNvSpPr>
          <p:nvPr>
            <p:ph type="hdr" sz="quarter"/>
          </p:nvPr>
        </p:nvSpPr>
        <p:spPr>
          <a:xfrm>
            <a:off x="0" y="1"/>
            <a:ext cx="4275402" cy="33795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DB811495-9CFE-D044-9813-7FCB5E5AAC62}"/>
              </a:ext>
            </a:extLst>
          </p:cNvPr>
          <p:cNvSpPr>
            <a:spLocks noGrp="1"/>
          </p:cNvSpPr>
          <p:nvPr>
            <p:ph type="dt" sz="quarter" idx="1"/>
          </p:nvPr>
        </p:nvSpPr>
        <p:spPr>
          <a:xfrm>
            <a:off x="5588628" y="1"/>
            <a:ext cx="4275402" cy="337958"/>
          </a:xfrm>
          <a:prstGeom prst="rect">
            <a:avLst/>
          </a:prstGeom>
        </p:spPr>
        <p:txBody>
          <a:bodyPr vert="horz" lIns="91440" tIns="45720" rIns="91440" bIns="45720" rtlCol="0"/>
          <a:lstStyle>
            <a:lvl1pPr algn="r">
              <a:defRPr sz="1200"/>
            </a:lvl1pPr>
          </a:lstStyle>
          <a:p>
            <a:fld id="{267F7D03-A9A3-5B4D-B002-C040363B2A0A}" type="datetimeFigureOut">
              <a:rPr kumimoji="1" lang="ja-JP" altLang="en-US" smtClean="0"/>
              <a:t>2025/11/12</a:t>
            </a:fld>
            <a:endParaRPr kumimoji="1" lang="ja-JP" altLang="en-US"/>
          </a:p>
        </p:txBody>
      </p:sp>
      <p:sp>
        <p:nvSpPr>
          <p:cNvPr id="4" name="フッター プレースホルダー 3">
            <a:extLst>
              <a:ext uri="{FF2B5EF4-FFF2-40B4-BE49-F238E27FC236}">
                <a16:creationId xmlns:a16="http://schemas.microsoft.com/office/drawing/2014/main" id="{0E7EDE90-595B-0B4F-B2EB-490BB094D1CB}"/>
              </a:ext>
            </a:extLst>
          </p:cNvPr>
          <p:cNvSpPr>
            <a:spLocks noGrp="1"/>
          </p:cNvSpPr>
          <p:nvPr>
            <p:ph type="ftr" sz="quarter" idx="2"/>
          </p:nvPr>
        </p:nvSpPr>
        <p:spPr>
          <a:xfrm>
            <a:off x="0" y="6397806"/>
            <a:ext cx="4275402" cy="33795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3829DBD3-0B41-624E-99BF-D7EC31445F59}"/>
              </a:ext>
            </a:extLst>
          </p:cNvPr>
          <p:cNvSpPr>
            <a:spLocks noGrp="1"/>
          </p:cNvSpPr>
          <p:nvPr>
            <p:ph type="sldNum" sz="quarter" idx="3"/>
          </p:nvPr>
        </p:nvSpPr>
        <p:spPr>
          <a:xfrm>
            <a:off x="5588628" y="6397806"/>
            <a:ext cx="4275402" cy="337957"/>
          </a:xfrm>
          <a:prstGeom prst="rect">
            <a:avLst/>
          </a:prstGeom>
        </p:spPr>
        <p:txBody>
          <a:bodyPr vert="horz" lIns="91440" tIns="45720" rIns="91440" bIns="45720" rtlCol="0" anchor="b"/>
          <a:lstStyle>
            <a:lvl1pPr algn="r">
              <a:defRPr sz="1200"/>
            </a:lvl1pPr>
          </a:lstStyle>
          <a:p>
            <a:fld id="{4A321054-55C9-A049-ABCA-B76C1AFCB587}" type="slidenum">
              <a:rPr kumimoji="1" lang="ja-JP" altLang="en-US" smtClean="0"/>
              <a:t>‹#›</a:t>
            </a:fld>
            <a:endParaRPr kumimoji="1" lang="ja-JP" altLang="en-US"/>
          </a:p>
        </p:txBody>
      </p:sp>
    </p:spTree>
    <p:extLst>
      <p:ext uri="{BB962C8B-B14F-4D97-AF65-F5344CB8AC3E}">
        <p14:creationId xmlns:p14="http://schemas.microsoft.com/office/powerpoint/2010/main" val="38885915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4275402" cy="33795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5588628" y="1"/>
            <a:ext cx="4275402" cy="337958"/>
          </a:xfrm>
          <a:prstGeom prst="rect">
            <a:avLst/>
          </a:prstGeom>
        </p:spPr>
        <p:txBody>
          <a:bodyPr vert="horz" lIns="91440" tIns="45720" rIns="91440" bIns="45720" rtlCol="0"/>
          <a:lstStyle>
            <a:lvl1pPr algn="r">
              <a:defRPr sz="1200"/>
            </a:lvl1pPr>
          </a:lstStyle>
          <a:p>
            <a:fld id="{2DAF9E24-0323-4B65-93FC-02A17E39404C}" type="datetimeFigureOut">
              <a:rPr kumimoji="1" lang="ja-JP" altLang="en-US" smtClean="0"/>
              <a:t>2025/11/12</a:t>
            </a:fld>
            <a:endParaRPr kumimoji="1" lang="ja-JP" altLang="en-US"/>
          </a:p>
        </p:txBody>
      </p:sp>
      <p:sp>
        <p:nvSpPr>
          <p:cNvPr id="4" name="スライド イメージ プレースホルダー 3"/>
          <p:cNvSpPr>
            <a:spLocks noGrp="1" noRot="1" noChangeAspect="1"/>
          </p:cNvSpPr>
          <p:nvPr>
            <p:ph type="sldImg" idx="2"/>
          </p:nvPr>
        </p:nvSpPr>
        <p:spPr>
          <a:xfrm>
            <a:off x="2913063" y="841375"/>
            <a:ext cx="4040187" cy="22733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986632" y="3241586"/>
            <a:ext cx="7893050" cy="2652207"/>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397806"/>
            <a:ext cx="4275402" cy="33795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588628" y="6397806"/>
            <a:ext cx="4275402" cy="337957"/>
          </a:xfrm>
          <a:prstGeom prst="rect">
            <a:avLst/>
          </a:prstGeom>
        </p:spPr>
        <p:txBody>
          <a:bodyPr vert="horz" lIns="91440" tIns="45720" rIns="91440" bIns="45720" rtlCol="0" anchor="b"/>
          <a:lstStyle>
            <a:lvl1pPr algn="r">
              <a:defRPr sz="1200"/>
            </a:lvl1pPr>
          </a:lstStyle>
          <a:p>
            <a:fld id="{C5D89C49-4DBC-4CCE-A2F6-B9519095DDB8}" type="slidenum">
              <a:rPr kumimoji="1" lang="ja-JP" altLang="en-US" smtClean="0"/>
              <a:t>‹#›</a:t>
            </a:fld>
            <a:endParaRPr kumimoji="1" lang="ja-JP" altLang="en-US"/>
          </a:p>
        </p:txBody>
      </p:sp>
    </p:spTree>
    <p:extLst>
      <p:ext uri="{BB962C8B-B14F-4D97-AF65-F5344CB8AC3E}">
        <p14:creationId xmlns:p14="http://schemas.microsoft.com/office/powerpoint/2010/main" val="117147864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1ABF7-28A0-21E8-FDB8-436590538C3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E123088-85B8-A3AD-26CD-FBCC0D9355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6FF857A-09C0-C1B9-ECBF-EB7A20EC0335}"/>
              </a:ext>
            </a:extLst>
          </p:cNvPr>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15930497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19CE70F-7F13-4C02-160F-903CE9FF5304}"/>
              </a:ext>
            </a:extLst>
          </p:cNvPr>
          <p:cNvPicPr>
            <a:picLocks noChangeAspect="1"/>
          </p:cNvPicPr>
          <p:nvPr userDrawn="1"/>
        </p:nvPicPr>
        <p:blipFill>
          <a:blip r:embed="rId2">
            <a:alphaModFix amt="55000"/>
          </a:blip>
          <a:stretch>
            <a:fillRect/>
          </a:stretch>
        </p:blipFill>
        <p:spPr>
          <a:xfrm>
            <a:off x="-426" y="0"/>
            <a:ext cx="9144426" cy="5158216"/>
          </a:xfrm>
          <a:prstGeom prst="rect">
            <a:avLst/>
          </a:prstGeom>
        </p:spPr>
      </p:pic>
      <p:pic>
        <p:nvPicPr>
          <p:cNvPr id="5" name="図 4">
            <a:extLst>
              <a:ext uri="{FF2B5EF4-FFF2-40B4-BE49-F238E27FC236}">
                <a16:creationId xmlns:a16="http://schemas.microsoft.com/office/drawing/2014/main" id="{7B31936F-4101-C21A-3EAC-5B98459B9905}"/>
              </a:ext>
            </a:extLst>
          </p:cNvPr>
          <p:cNvPicPr>
            <a:picLocks noChangeAspect="1"/>
          </p:cNvPicPr>
          <p:nvPr userDrawn="1"/>
        </p:nvPicPr>
        <p:blipFill>
          <a:blip r:embed="rId3"/>
          <a:stretch>
            <a:fillRect/>
          </a:stretch>
        </p:blipFill>
        <p:spPr>
          <a:xfrm>
            <a:off x="619902" y="356712"/>
            <a:ext cx="1190203" cy="432000"/>
          </a:xfrm>
          <a:prstGeom prst="rect">
            <a:avLst/>
          </a:prstGeom>
        </p:spPr>
      </p:pic>
      <p:sp>
        <p:nvSpPr>
          <p:cNvPr id="6" name="正方形/長方形 5">
            <a:extLst>
              <a:ext uri="{FF2B5EF4-FFF2-40B4-BE49-F238E27FC236}">
                <a16:creationId xmlns:a16="http://schemas.microsoft.com/office/drawing/2014/main" id="{CAAE70E7-B4F7-F06C-8E45-C1176993DEF5}"/>
              </a:ext>
            </a:extLst>
          </p:cNvPr>
          <p:cNvSpPr/>
          <p:nvPr userDrawn="1"/>
        </p:nvSpPr>
        <p:spPr>
          <a:xfrm>
            <a:off x="0" y="4783540"/>
            <a:ext cx="9144000" cy="359960"/>
          </a:xfrm>
          <a:prstGeom prst="rect">
            <a:avLst/>
          </a:prstGeom>
          <a:solidFill>
            <a:srgbClr val="E4E5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E3F0FE59-A358-4528-5213-6464EF8ADE65}"/>
              </a:ext>
            </a:extLst>
          </p:cNvPr>
          <p:cNvCxnSpPr>
            <a:cxnSpLocks/>
          </p:cNvCxnSpPr>
          <p:nvPr userDrawn="1"/>
        </p:nvCxnSpPr>
        <p:spPr>
          <a:xfrm>
            <a:off x="360000" y="0"/>
            <a:ext cx="0" cy="514350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8137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a:xfrm>
            <a:off x="628650" y="1369219"/>
            <a:ext cx="7886700" cy="3263504"/>
          </a:xfrm>
          <a:prstGeom prst="rect">
            <a:avLst/>
          </a:prstGeom>
        </p:spPr>
        <p:txBody>
          <a:bodyPr/>
          <a:lstStyle/>
          <a:p>
            <a:pPr lvl="0"/>
            <a:r>
              <a:rPr lang="ja-JP" altLang="en-US"/>
              <a:t>マスター テキストの書式設定
第 </a:t>
            </a:r>
            <a:r>
              <a:rPr lang="en-US" altLang="ja-JP"/>
              <a:t>2 </a:t>
            </a:r>
            <a:r>
              <a:rPr lang="ja-JP" altLang="en-US"/>
              <a:t>レベル
第 </a:t>
            </a:r>
            <a:r>
              <a:rPr lang="en-US" altLang="ja-JP"/>
              <a:t>3 </a:t>
            </a:r>
            <a:r>
              <a:rPr lang="ja-JP" altLang="en-US"/>
              <a:t>レベル
第 </a:t>
            </a:r>
            <a:r>
              <a:rPr lang="en-US" altLang="ja-JP"/>
              <a:t>4 </a:t>
            </a:r>
            <a:r>
              <a:rPr lang="ja-JP" altLang="en-US"/>
              <a:t>レベル
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145995D-4A7B-9C40-B61A-924C3D7766A0}" type="datetimeFigureOut">
              <a:rPr kumimoji="1" lang="ja-JP" altLang="en-US" smtClean="0"/>
              <a:t>2025/11/12</a:t>
            </a:fld>
            <a:endParaRPr kumimoji="1" lang="ja-JP" alt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4F7E8961-8B06-8246-870B-C6E64EE75B16}" type="slidenum">
              <a:rPr kumimoji="1" lang="ja-JP" altLang="en-US" smtClean="0"/>
              <a:t>‹#›</a:t>
            </a:fld>
            <a:endParaRPr kumimoji="1" lang="ja-JP" altLang="en-US"/>
          </a:p>
        </p:txBody>
      </p:sp>
      <p:pic>
        <p:nvPicPr>
          <p:cNvPr id="7" name="図 6">
            <a:extLst>
              <a:ext uri="{FF2B5EF4-FFF2-40B4-BE49-F238E27FC236}">
                <a16:creationId xmlns:a16="http://schemas.microsoft.com/office/drawing/2014/main" id="{D1040C7F-37A2-F20C-AA43-9CC3DCB33D85}"/>
              </a:ext>
            </a:extLst>
          </p:cNvPr>
          <p:cNvPicPr>
            <a:picLocks noChangeAspect="1"/>
          </p:cNvPicPr>
          <p:nvPr userDrawn="1"/>
        </p:nvPicPr>
        <p:blipFill>
          <a:blip r:embed="rId2"/>
          <a:stretch>
            <a:fillRect/>
          </a:stretch>
        </p:blipFill>
        <p:spPr>
          <a:xfrm>
            <a:off x="8002901" y="274416"/>
            <a:ext cx="793468" cy="288000"/>
          </a:xfrm>
          <a:prstGeom prst="rect">
            <a:avLst/>
          </a:prstGeom>
        </p:spPr>
      </p:pic>
    </p:spTree>
    <p:extLst>
      <p:ext uri="{BB962C8B-B14F-4D97-AF65-F5344CB8AC3E}">
        <p14:creationId xmlns:p14="http://schemas.microsoft.com/office/powerpoint/2010/main" val="692313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3442098"/>
            <a:ext cx="7886700" cy="1125140"/>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ja-JP" altLang="en-US"/>
              <a:t>マスター テキストの書式設定
第 </a:t>
            </a:r>
            <a:r>
              <a:rPr lang="en-US" altLang="ja-JP"/>
              <a:t>2 </a:t>
            </a:r>
            <a:r>
              <a:rPr lang="ja-JP" altLang="en-US"/>
              <a:t>レベル
第 </a:t>
            </a:r>
            <a:r>
              <a:rPr lang="en-US" altLang="ja-JP"/>
              <a:t>3 </a:t>
            </a:r>
            <a:r>
              <a:rPr lang="ja-JP" altLang="en-US"/>
              <a:t>レベル
第 </a:t>
            </a:r>
            <a:r>
              <a:rPr lang="en-US" altLang="ja-JP"/>
              <a:t>4 </a:t>
            </a:r>
            <a:r>
              <a:rPr lang="ja-JP" altLang="en-US"/>
              <a:t>レベル
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145995D-4A7B-9C40-B61A-924C3D7766A0}" type="datetimeFigureOut">
              <a:rPr kumimoji="1" lang="ja-JP" altLang="en-US" smtClean="0"/>
              <a:t>2025/11/12</a:t>
            </a:fld>
            <a:endParaRPr kumimoji="1" lang="ja-JP" alt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4F7E8961-8B06-8246-870B-C6E64EE75B16}" type="slidenum">
              <a:rPr kumimoji="1" lang="ja-JP" altLang="en-US" smtClean="0"/>
              <a:t>‹#›</a:t>
            </a:fld>
            <a:endParaRPr kumimoji="1" lang="ja-JP" altLang="en-US"/>
          </a:p>
        </p:txBody>
      </p:sp>
    </p:spTree>
    <p:extLst>
      <p:ext uri="{BB962C8B-B14F-4D97-AF65-F5344CB8AC3E}">
        <p14:creationId xmlns:p14="http://schemas.microsoft.com/office/powerpoint/2010/main" val="1622521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369219"/>
            <a:ext cx="3886200" cy="3263504"/>
          </a:xfrm>
          <a:prstGeom prst="rect">
            <a:avLst/>
          </a:prstGeom>
        </p:spPr>
        <p:txBody>
          <a:bodyPr/>
          <a:lstStyle/>
          <a:p>
            <a:pPr lvl="0"/>
            <a:r>
              <a:rPr lang="ja-JP" altLang="en-US"/>
              <a:t>マスター テキストの書式設定
第 </a:t>
            </a:r>
            <a:r>
              <a:rPr lang="en-US" altLang="ja-JP"/>
              <a:t>2 </a:t>
            </a:r>
            <a:r>
              <a:rPr lang="ja-JP" altLang="en-US"/>
              <a:t>レベル
第 </a:t>
            </a:r>
            <a:r>
              <a:rPr lang="en-US" altLang="ja-JP"/>
              <a:t>3 </a:t>
            </a:r>
            <a:r>
              <a:rPr lang="ja-JP" altLang="en-US"/>
              <a:t>レベル
第 </a:t>
            </a:r>
            <a:r>
              <a:rPr lang="en-US" altLang="ja-JP"/>
              <a:t>4 </a:t>
            </a:r>
            <a:r>
              <a:rPr lang="ja-JP" altLang="en-US"/>
              <a:t>レベル
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369219"/>
            <a:ext cx="3886200" cy="3263504"/>
          </a:xfrm>
          <a:prstGeom prst="rect">
            <a:avLst/>
          </a:prstGeom>
        </p:spPr>
        <p:txBody>
          <a:bodyPr/>
          <a:lstStyle/>
          <a:p>
            <a:pPr lvl="0"/>
            <a:r>
              <a:rPr lang="ja-JP" altLang="en-US"/>
              <a:t>マスター テキストの書式設定
第 </a:t>
            </a:r>
            <a:r>
              <a:rPr lang="en-US" altLang="ja-JP"/>
              <a:t>2 </a:t>
            </a:r>
            <a:r>
              <a:rPr lang="ja-JP" altLang="en-US"/>
              <a:t>レベル
第 </a:t>
            </a:r>
            <a:r>
              <a:rPr lang="en-US" altLang="ja-JP"/>
              <a:t>3 </a:t>
            </a:r>
            <a:r>
              <a:rPr lang="ja-JP" altLang="en-US"/>
              <a:t>レベル
第 </a:t>
            </a:r>
            <a:r>
              <a:rPr lang="en-US" altLang="ja-JP"/>
              <a:t>4 </a:t>
            </a:r>
            <a:r>
              <a:rPr lang="ja-JP" altLang="en-US"/>
              <a:t>レベル
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B145995D-4A7B-9C40-B61A-924C3D7766A0}" type="datetimeFigureOut">
              <a:rPr kumimoji="1" lang="ja-JP" altLang="en-US" smtClean="0"/>
              <a:t>2025/11/12</a:t>
            </a:fld>
            <a:endParaRPr kumimoji="1" lang="ja-JP" altLang="en-US"/>
          </a:p>
        </p:txBody>
      </p:sp>
      <p:sp>
        <p:nvSpPr>
          <p:cNvPr id="6" name="Footer Placeholder 5"/>
          <p:cNvSpPr>
            <a:spLocks noGrp="1"/>
          </p:cNvSpPr>
          <p:nvPr>
            <p:ph type="ftr" sz="quarter" idx="11"/>
          </p:nvPr>
        </p:nvSpPr>
        <p:spPr>
          <a:xfrm>
            <a:off x="3028950" y="4767263"/>
            <a:ext cx="3086100" cy="273844"/>
          </a:xfrm>
          <a:prstGeom prst="rect">
            <a:avLst/>
          </a:prstGeom>
        </p:spPr>
        <p:txBody>
          <a:bodyPr/>
          <a:lstStyle/>
          <a:p>
            <a:endParaRPr kumimoji="1" lang="ja-JP" altLang="en-US"/>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4F7E8961-8B06-8246-870B-C6E64EE75B16}" type="slidenum">
              <a:rPr kumimoji="1" lang="ja-JP" altLang="en-US" smtClean="0"/>
              <a:t>‹#›</a:t>
            </a:fld>
            <a:endParaRPr kumimoji="1" lang="ja-JP" altLang="en-US"/>
          </a:p>
        </p:txBody>
      </p:sp>
    </p:spTree>
    <p:extLst>
      <p:ext uri="{BB962C8B-B14F-4D97-AF65-F5344CB8AC3E}">
        <p14:creationId xmlns:p14="http://schemas.microsoft.com/office/powerpoint/2010/main" val="624627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260872"/>
            <a:ext cx="3868340"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
第 </a:t>
            </a:r>
            <a:r>
              <a:rPr lang="en-US" altLang="ja-JP"/>
              <a:t>2 </a:t>
            </a:r>
            <a:r>
              <a:rPr lang="ja-JP" altLang="en-US"/>
              <a:t>レベル
第 </a:t>
            </a:r>
            <a:r>
              <a:rPr lang="en-US" altLang="ja-JP"/>
              <a:t>3 </a:t>
            </a:r>
            <a:r>
              <a:rPr lang="ja-JP" altLang="en-US"/>
              <a:t>レベル
第 </a:t>
            </a:r>
            <a:r>
              <a:rPr lang="en-US" altLang="ja-JP"/>
              <a:t>4 </a:t>
            </a:r>
            <a:r>
              <a:rPr lang="ja-JP" altLang="en-US"/>
              <a:t>レベル
第 </a:t>
            </a:r>
            <a:r>
              <a:rPr lang="en-US" altLang="ja-JP"/>
              <a:t>5 </a:t>
            </a:r>
            <a:r>
              <a:rPr lang="ja-JP" altLang="en-US"/>
              <a:t>レベル</a:t>
            </a:r>
            <a:endParaRPr lang="en-US" dirty="0"/>
          </a:p>
        </p:txBody>
      </p:sp>
      <p:sp>
        <p:nvSpPr>
          <p:cNvPr id="4" name="Content Placeholder 3"/>
          <p:cNvSpPr>
            <a:spLocks noGrp="1"/>
          </p:cNvSpPr>
          <p:nvPr>
            <p:ph sz="half" idx="2"/>
          </p:nvPr>
        </p:nvSpPr>
        <p:spPr>
          <a:xfrm>
            <a:off x="629842" y="1878806"/>
            <a:ext cx="3868340" cy="2763441"/>
          </a:xfrm>
          <a:prstGeom prst="rect">
            <a:avLst/>
          </a:prstGeom>
        </p:spPr>
        <p:txBody>
          <a:bodyPr/>
          <a:lstStyle/>
          <a:p>
            <a:pPr lvl="0"/>
            <a:r>
              <a:rPr lang="ja-JP" altLang="en-US"/>
              <a:t>マスター テキストの書式設定
第 </a:t>
            </a:r>
            <a:r>
              <a:rPr lang="en-US" altLang="ja-JP"/>
              <a:t>2 </a:t>
            </a:r>
            <a:r>
              <a:rPr lang="ja-JP" altLang="en-US"/>
              <a:t>レベル
第 </a:t>
            </a:r>
            <a:r>
              <a:rPr lang="en-US" altLang="ja-JP"/>
              <a:t>3 </a:t>
            </a:r>
            <a:r>
              <a:rPr lang="ja-JP" altLang="en-US"/>
              <a:t>レベル
第 </a:t>
            </a:r>
            <a:r>
              <a:rPr lang="en-US" altLang="ja-JP"/>
              <a:t>4 </a:t>
            </a:r>
            <a:r>
              <a:rPr lang="ja-JP" altLang="en-US"/>
              <a:t>レベル
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260872"/>
            <a:ext cx="3887391"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
第 </a:t>
            </a:r>
            <a:r>
              <a:rPr lang="en-US" altLang="ja-JP"/>
              <a:t>2 </a:t>
            </a:r>
            <a:r>
              <a:rPr lang="ja-JP" altLang="en-US"/>
              <a:t>レベル
第 </a:t>
            </a:r>
            <a:r>
              <a:rPr lang="en-US" altLang="ja-JP"/>
              <a:t>3 </a:t>
            </a:r>
            <a:r>
              <a:rPr lang="ja-JP" altLang="en-US"/>
              <a:t>レベル
第 </a:t>
            </a:r>
            <a:r>
              <a:rPr lang="en-US" altLang="ja-JP"/>
              <a:t>4 </a:t>
            </a:r>
            <a:r>
              <a:rPr lang="ja-JP" altLang="en-US"/>
              <a:t>レベル
第 </a:t>
            </a:r>
            <a:r>
              <a:rPr lang="en-US" altLang="ja-JP"/>
              <a:t>5 </a:t>
            </a:r>
            <a:r>
              <a:rPr lang="ja-JP" altLang="en-US"/>
              <a:t>レベル</a:t>
            </a:r>
            <a:endParaRPr lang="en-US" dirty="0"/>
          </a:p>
        </p:txBody>
      </p:sp>
      <p:sp>
        <p:nvSpPr>
          <p:cNvPr id="6" name="Content Placeholder 5"/>
          <p:cNvSpPr>
            <a:spLocks noGrp="1"/>
          </p:cNvSpPr>
          <p:nvPr>
            <p:ph sz="quarter" idx="4"/>
          </p:nvPr>
        </p:nvSpPr>
        <p:spPr>
          <a:xfrm>
            <a:off x="4629150" y="1878806"/>
            <a:ext cx="3887391" cy="2763441"/>
          </a:xfrm>
          <a:prstGeom prst="rect">
            <a:avLst/>
          </a:prstGeom>
        </p:spPr>
        <p:txBody>
          <a:bodyPr/>
          <a:lstStyle/>
          <a:p>
            <a:pPr lvl="0"/>
            <a:r>
              <a:rPr lang="ja-JP" altLang="en-US"/>
              <a:t>マスター テキストの書式設定
第 </a:t>
            </a:r>
            <a:r>
              <a:rPr lang="en-US" altLang="ja-JP"/>
              <a:t>2 </a:t>
            </a:r>
            <a:r>
              <a:rPr lang="ja-JP" altLang="en-US"/>
              <a:t>レベル
第 </a:t>
            </a:r>
            <a:r>
              <a:rPr lang="en-US" altLang="ja-JP"/>
              <a:t>3 </a:t>
            </a:r>
            <a:r>
              <a:rPr lang="ja-JP" altLang="en-US"/>
              <a:t>レベル
第 </a:t>
            </a:r>
            <a:r>
              <a:rPr lang="en-US" altLang="ja-JP"/>
              <a:t>4 </a:t>
            </a:r>
            <a:r>
              <a:rPr lang="ja-JP" altLang="en-US"/>
              <a:t>レベル
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B145995D-4A7B-9C40-B61A-924C3D7766A0}" type="datetimeFigureOut">
              <a:rPr kumimoji="1" lang="ja-JP" altLang="en-US" smtClean="0"/>
              <a:t>2025/11/12</a:t>
            </a:fld>
            <a:endParaRPr kumimoji="1" lang="ja-JP" altLang="en-US"/>
          </a:p>
        </p:txBody>
      </p:sp>
      <p:sp>
        <p:nvSpPr>
          <p:cNvPr id="8" name="Footer Placeholder 7"/>
          <p:cNvSpPr>
            <a:spLocks noGrp="1"/>
          </p:cNvSpPr>
          <p:nvPr>
            <p:ph type="ftr" sz="quarter" idx="11"/>
          </p:nvPr>
        </p:nvSpPr>
        <p:spPr>
          <a:xfrm>
            <a:off x="3028950" y="4767263"/>
            <a:ext cx="3086100" cy="273844"/>
          </a:xfrm>
          <a:prstGeom prst="rect">
            <a:avLst/>
          </a:prstGeom>
        </p:spPr>
        <p:txBody>
          <a:bodyPr/>
          <a:lstStyle/>
          <a:p>
            <a:endParaRPr kumimoji="1" lang="ja-JP" altLang="en-US"/>
          </a:p>
        </p:txBody>
      </p:sp>
      <p:sp>
        <p:nvSpPr>
          <p:cNvPr id="9" name="Slide Number Placeholder 8"/>
          <p:cNvSpPr>
            <a:spLocks noGrp="1"/>
          </p:cNvSpPr>
          <p:nvPr>
            <p:ph type="sldNum" sz="quarter" idx="12"/>
          </p:nvPr>
        </p:nvSpPr>
        <p:spPr>
          <a:xfrm>
            <a:off x="6457950" y="4767263"/>
            <a:ext cx="2057400" cy="273844"/>
          </a:xfrm>
          <a:prstGeom prst="rect">
            <a:avLst/>
          </a:prstGeom>
        </p:spPr>
        <p:txBody>
          <a:bodyPr/>
          <a:lstStyle/>
          <a:p>
            <a:fld id="{4F7E8961-8B06-8246-870B-C6E64EE75B16}" type="slidenum">
              <a:rPr kumimoji="1" lang="ja-JP" altLang="en-US" smtClean="0"/>
              <a:t>‹#›</a:t>
            </a:fld>
            <a:endParaRPr kumimoji="1" lang="ja-JP" altLang="en-US"/>
          </a:p>
        </p:txBody>
      </p:sp>
    </p:spTree>
    <p:extLst>
      <p:ext uri="{BB962C8B-B14F-4D97-AF65-F5344CB8AC3E}">
        <p14:creationId xmlns:p14="http://schemas.microsoft.com/office/powerpoint/2010/main" val="887985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B145995D-4A7B-9C40-B61A-924C3D7766A0}" type="datetimeFigureOut">
              <a:rPr kumimoji="1" lang="ja-JP" altLang="en-US" smtClean="0"/>
              <a:t>2025/11/12</a:t>
            </a:fld>
            <a:endParaRPr kumimoji="1" lang="ja-JP" altLang="en-US"/>
          </a:p>
        </p:txBody>
      </p:sp>
      <p:sp>
        <p:nvSpPr>
          <p:cNvPr id="4" name="Footer Placeholder 3"/>
          <p:cNvSpPr>
            <a:spLocks noGrp="1"/>
          </p:cNvSpPr>
          <p:nvPr>
            <p:ph type="ftr" sz="quarter" idx="11"/>
          </p:nvPr>
        </p:nvSpPr>
        <p:spPr>
          <a:xfrm>
            <a:off x="3028950" y="4767263"/>
            <a:ext cx="3086100" cy="273844"/>
          </a:xfrm>
          <a:prstGeom prst="rect">
            <a:avLst/>
          </a:prstGeom>
        </p:spPr>
        <p:txBody>
          <a:bodyPr/>
          <a:lstStyle/>
          <a:p>
            <a:endParaRPr kumimoji="1" lang="ja-JP" altLang="en-US"/>
          </a:p>
        </p:txBody>
      </p:sp>
      <p:sp>
        <p:nvSpPr>
          <p:cNvPr id="5" name="Slide Number Placeholder 4"/>
          <p:cNvSpPr>
            <a:spLocks noGrp="1"/>
          </p:cNvSpPr>
          <p:nvPr>
            <p:ph type="sldNum" sz="quarter" idx="12"/>
          </p:nvPr>
        </p:nvSpPr>
        <p:spPr>
          <a:xfrm>
            <a:off x="6457950" y="4767263"/>
            <a:ext cx="2057400" cy="273844"/>
          </a:xfrm>
          <a:prstGeom prst="rect">
            <a:avLst/>
          </a:prstGeom>
        </p:spPr>
        <p:txBody>
          <a:bodyPr/>
          <a:lstStyle/>
          <a:p>
            <a:fld id="{4F7E8961-8B06-8246-870B-C6E64EE75B16}" type="slidenum">
              <a:rPr kumimoji="1" lang="ja-JP" altLang="en-US" smtClean="0"/>
              <a:t>‹#›</a:t>
            </a:fld>
            <a:endParaRPr kumimoji="1" lang="ja-JP" altLang="en-US"/>
          </a:p>
        </p:txBody>
      </p:sp>
    </p:spTree>
    <p:extLst>
      <p:ext uri="{BB962C8B-B14F-4D97-AF65-F5344CB8AC3E}">
        <p14:creationId xmlns:p14="http://schemas.microsoft.com/office/powerpoint/2010/main" val="2490775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45995D-4A7B-9C40-B61A-924C3D7766A0}" type="datetimeFigureOut">
              <a:rPr kumimoji="1" lang="ja-JP" altLang="en-US" smtClean="0"/>
              <a:t>2025/11/12</a:t>
            </a:fld>
            <a:endParaRPr kumimoji="1" lang="ja-JP" altLang="en-US"/>
          </a:p>
        </p:txBody>
      </p:sp>
      <p:sp>
        <p:nvSpPr>
          <p:cNvPr id="3" name="Footer Placeholder 2"/>
          <p:cNvSpPr>
            <a:spLocks noGrp="1"/>
          </p:cNvSpPr>
          <p:nvPr>
            <p:ph type="ftr" sz="quarter" idx="11"/>
          </p:nvPr>
        </p:nvSpPr>
        <p:spPr>
          <a:xfrm>
            <a:off x="3028950" y="4767263"/>
            <a:ext cx="3086100" cy="273844"/>
          </a:xfrm>
          <a:prstGeom prst="rect">
            <a:avLst/>
          </a:prstGeom>
        </p:spPr>
        <p:txBody>
          <a:bodyPr/>
          <a:lstStyle/>
          <a:p>
            <a:endParaRPr kumimoji="1" lang="ja-JP" altLang="en-US"/>
          </a:p>
        </p:txBody>
      </p:sp>
      <p:sp>
        <p:nvSpPr>
          <p:cNvPr id="4" name="Slide Number Placeholder 3"/>
          <p:cNvSpPr>
            <a:spLocks noGrp="1"/>
          </p:cNvSpPr>
          <p:nvPr>
            <p:ph type="sldNum" sz="quarter" idx="12"/>
          </p:nvPr>
        </p:nvSpPr>
        <p:spPr>
          <a:xfrm>
            <a:off x="6457950" y="4767263"/>
            <a:ext cx="2057400" cy="273844"/>
          </a:xfrm>
          <a:prstGeom prst="rect">
            <a:avLst/>
          </a:prstGeom>
        </p:spPr>
        <p:txBody>
          <a:bodyPr/>
          <a:lstStyle/>
          <a:p>
            <a:fld id="{4F7E8961-8B06-8246-870B-C6E64EE75B16}" type="slidenum">
              <a:rPr kumimoji="1" lang="ja-JP" altLang="en-US" smtClean="0"/>
              <a:t>‹#›</a:t>
            </a:fld>
            <a:endParaRPr kumimoji="1" lang="ja-JP" altLang="en-US"/>
          </a:p>
        </p:txBody>
      </p:sp>
    </p:spTree>
    <p:extLst>
      <p:ext uri="{BB962C8B-B14F-4D97-AF65-F5344CB8AC3E}">
        <p14:creationId xmlns:p14="http://schemas.microsoft.com/office/powerpoint/2010/main" val="3555444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740569"/>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ja-JP" altLang="en-US"/>
              <a:t>マスター テキストの書式設定
第 </a:t>
            </a:r>
            <a:r>
              <a:rPr lang="en-US" altLang="ja-JP"/>
              <a:t>2 </a:t>
            </a:r>
            <a:r>
              <a:rPr lang="ja-JP" altLang="en-US"/>
              <a:t>レベル
第 </a:t>
            </a:r>
            <a:r>
              <a:rPr lang="en-US" altLang="ja-JP"/>
              <a:t>3 </a:t>
            </a:r>
            <a:r>
              <a:rPr lang="ja-JP" altLang="en-US"/>
              <a:t>レベル
第 </a:t>
            </a:r>
            <a:r>
              <a:rPr lang="en-US" altLang="ja-JP"/>
              <a:t>4 </a:t>
            </a:r>
            <a:r>
              <a:rPr lang="ja-JP" altLang="en-US"/>
              <a:t>レベル
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
第 </a:t>
            </a:r>
            <a:r>
              <a:rPr lang="en-US" altLang="ja-JP"/>
              <a:t>2 </a:t>
            </a:r>
            <a:r>
              <a:rPr lang="ja-JP" altLang="en-US"/>
              <a:t>レベル
第 </a:t>
            </a:r>
            <a:r>
              <a:rPr lang="en-US" altLang="ja-JP"/>
              <a:t>3 </a:t>
            </a:r>
            <a:r>
              <a:rPr lang="ja-JP" altLang="en-US"/>
              <a:t>レベル
第 </a:t>
            </a:r>
            <a:r>
              <a:rPr lang="en-US" altLang="ja-JP"/>
              <a:t>4 </a:t>
            </a:r>
            <a:r>
              <a:rPr lang="ja-JP" altLang="en-US"/>
              <a:t>レベル
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B145995D-4A7B-9C40-B61A-924C3D7766A0}" type="datetimeFigureOut">
              <a:rPr kumimoji="1" lang="ja-JP" altLang="en-US" smtClean="0"/>
              <a:t>2025/11/12</a:t>
            </a:fld>
            <a:endParaRPr kumimoji="1" lang="ja-JP" altLang="en-US"/>
          </a:p>
        </p:txBody>
      </p:sp>
      <p:sp>
        <p:nvSpPr>
          <p:cNvPr id="6" name="Footer Placeholder 5"/>
          <p:cNvSpPr>
            <a:spLocks noGrp="1"/>
          </p:cNvSpPr>
          <p:nvPr>
            <p:ph type="ftr" sz="quarter" idx="11"/>
          </p:nvPr>
        </p:nvSpPr>
        <p:spPr>
          <a:xfrm>
            <a:off x="3028950" y="4767263"/>
            <a:ext cx="3086100" cy="273844"/>
          </a:xfrm>
          <a:prstGeom prst="rect">
            <a:avLst/>
          </a:prstGeom>
        </p:spPr>
        <p:txBody>
          <a:bodyPr/>
          <a:lstStyle/>
          <a:p>
            <a:endParaRPr kumimoji="1" lang="ja-JP" altLang="en-US"/>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4F7E8961-8B06-8246-870B-C6E64EE75B16}" type="slidenum">
              <a:rPr kumimoji="1" lang="ja-JP" altLang="en-US" smtClean="0"/>
              <a:t>‹#›</a:t>
            </a:fld>
            <a:endParaRPr kumimoji="1" lang="ja-JP" altLang="en-US"/>
          </a:p>
        </p:txBody>
      </p:sp>
    </p:spTree>
    <p:extLst>
      <p:ext uri="{BB962C8B-B14F-4D97-AF65-F5344CB8AC3E}">
        <p14:creationId xmlns:p14="http://schemas.microsoft.com/office/powerpoint/2010/main" val="1266784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740569"/>
            <a:ext cx="4629150" cy="3655219"/>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
第 </a:t>
            </a:r>
            <a:r>
              <a:rPr lang="en-US" altLang="ja-JP"/>
              <a:t>2 </a:t>
            </a:r>
            <a:r>
              <a:rPr lang="ja-JP" altLang="en-US"/>
              <a:t>レベル
第 </a:t>
            </a:r>
            <a:r>
              <a:rPr lang="en-US" altLang="ja-JP"/>
              <a:t>3 </a:t>
            </a:r>
            <a:r>
              <a:rPr lang="ja-JP" altLang="en-US"/>
              <a:t>レベル
第 </a:t>
            </a:r>
            <a:r>
              <a:rPr lang="en-US" altLang="ja-JP"/>
              <a:t>4 </a:t>
            </a:r>
            <a:r>
              <a:rPr lang="ja-JP" altLang="en-US"/>
              <a:t>レベル
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B145995D-4A7B-9C40-B61A-924C3D7766A0}" type="datetimeFigureOut">
              <a:rPr kumimoji="1" lang="ja-JP" altLang="en-US" smtClean="0"/>
              <a:t>2025/11/12</a:t>
            </a:fld>
            <a:endParaRPr kumimoji="1" lang="ja-JP" altLang="en-US"/>
          </a:p>
        </p:txBody>
      </p:sp>
      <p:sp>
        <p:nvSpPr>
          <p:cNvPr id="6" name="Footer Placeholder 5"/>
          <p:cNvSpPr>
            <a:spLocks noGrp="1"/>
          </p:cNvSpPr>
          <p:nvPr>
            <p:ph type="ftr" sz="quarter" idx="11"/>
          </p:nvPr>
        </p:nvSpPr>
        <p:spPr>
          <a:xfrm>
            <a:off x="3028950" y="4767263"/>
            <a:ext cx="3086100" cy="273844"/>
          </a:xfrm>
          <a:prstGeom prst="rect">
            <a:avLst/>
          </a:prstGeom>
        </p:spPr>
        <p:txBody>
          <a:bodyPr/>
          <a:lstStyle/>
          <a:p>
            <a:endParaRPr kumimoji="1" lang="ja-JP" altLang="en-US"/>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4F7E8961-8B06-8246-870B-C6E64EE75B16}" type="slidenum">
              <a:rPr kumimoji="1" lang="ja-JP" altLang="en-US" smtClean="0"/>
              <a:t>‹#›</a:t>
            </a:fld>
            <a:endParaRPr kumimoji="1" lang="ja-JP" altLang="en-US"/>
          </a:p>
        </p:txBody>
      </p:sp>
    </p:spTree>
    <p:extLst>
      <p:ext uri="{BB962C8B-B14F-4D97-AF65-F5344CB8AC3E}">
        <p14:creationId xmlns:p14="http://schemas.microsoft.com/office/powerpoint/2010/main" val="1884573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1369219"/>
            <a:ext cx="7886700" cy="3263504"/>
          </a:xfrm>
          <a:prstGeom prst="rect">
            <a:avLst/>
          </a:prstGeom>
        </p:spPr>
        <p:txBody>
          <a:bodyPr vert="eaVert"/>
          <a:lstStyle/>
          <a:p>
            <a:pPr lvl="0"/>
            <a:r>
              <a:rPr lang="ja-JP" altLang="en-US"/>
              <a:t>マスター テキストの書式設定
第 </a:t>
            </a:r>
            <a:r>
              <a:rPr lang="en-US" altLang="ja-JP"/>
              <a:t>2 </a:t>
            </a:r>
            <a:r>
              <a:rPr lang="ja-JP" altLang="en-US"/>
              <a:t>レベル
第 </a:t>
            </a:r>
            <a:r>
              <a:rPr lang="en-US" altLang="ja-JP"/>
              <a:t>3 </a:t>
            </a:r>
            <a:r>
              <a:rPr lang="ja-JP" altLang="en-US"/>
              <a:t>レベル
第 </a:t>
            </a:r>
            <a:r>
              <a:rPr lang="en-US" altLang="ja-JP"/>
              <a:t>4 </a:t>
            </a:r>
            <a:r>
              <a:rPr lang="ja-JP" altLang="en-US"/>
              <a:t>レベル
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145995D-4A7B-9C40-B61A-924C3D7766A0}" type="datetimeFigureOut">
              <a:rPr kumimoji="1" lang="ja-JP" altLang="en-US" smtClean="0"/>
              <a:t>2025/11/12</a:t>
            </a:fld>
            <a:endParaRPr kumimoji="1" lang="ja-JP" alt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4F7E8961-8B06-8246-870B-C6E64EE75B16}" type="slidenum">
              <a:rPr kumimoji="1" lang="ja-JP" altLang="en-US" smtClean="0"/>
              <a:t>‹#›</a:t>
            </a:fld>
            <a:endParaRPr kumimoji="1" lang="ja-JP" altLang="en-US"/>
          </a:p>
        </p:txBody>
      </p:sp>
    </p:spTree>
    <p:extLst>
      <p:ext uri="{BB962C8B-B14F-4D97-AF65-F5344CB8AC3E}">
        <p14:creationId xmlns:p14="http://schemas.microsoft.com/office/powerpoint/2010/main" val="2009994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273844"/>
            <a:ext cx="5800725" cy="4358879"/>
          </a:xfrm>
          <a:prstGeom prst="rect">
            <a:avLst/>
          </a:prstGeom>
        </p:spPr>
        <p:txBody>
          <a:bodyPr vert="eaVert"/>
          <a:lstStyle/>
          <a:p>
            <a:pPr lvl="0"/>
            <a:r>
              <a:rPr lang="ja-JP" altLang="en-US"/>
              <a:t>マスター テキストの書式設定
第 </a:t>
            </a:r>
            <a:r>
              <a:rPr lang="en-US" altLang="ja-JP"/>
              <a:t>2 </a:t>
            </a:r>
            <a:r>
              <a:rPr lang="ja-JP" altLang="en-US"/>
              <a:t>レベル
第 </a:t>
            </a:r>
            <a:r>
              <a:rPr lang="en-US" altLang="ja-JP"/>
              <a:t>3 </a:t>
            </a:r>
            <a:r>
              <a:rPr lang="ja-JP" altLang="en-US"/>
              <a:t>レベル
第 </a:t>
            </a:r>
            <a:r>
              <a:rPr lang="en-US" altLang="ja-JP"/>
              <a:t>4 </a:t>
            </a:r>
            <a:r>
              <a:rPr lang="ja-JP" altLang="en-US"/>
              <a:t>レベル
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145995D-4A7B-9C40-B61A-924C3D7766A0}" type="datetimeFigureOut">
              <a:rPr kumimoji="1" lang="ja-JP" altLang="en-US" smtClean="0"/>
              <a:t>2025/11/12</a:t>
            </a:fld>
            <a:endParaRPr kumimoji="1" lang="ja-JP" alt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4F7E8961-8B06-8246-870B-C6E64EE75B16}" type="slidenum">
              <a:rPr kumimoji="1" lang="ja-JP" altLang="en-US" smtClean="0"/>
              <a:t>‹#›</a:t>
            </a:fld>
            <a:endParaRPr kumimoji="1" lang="ja-JP" altLang="en-US"/>
          </a:p>
        </p:txBody>
      </p:sp>
    </p:spTree>
    <p:extLst>
      <p:ext uri="{BB962C8B-B14F-4D97-AF65-F5344CB8AC3E}">
        <p14:creationId xmlns:p14="http://schemas.microsoft.com/office/powerpoint/2010/main" val="1963411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6A1A2A67-499D-104C-AF44-FC086D7C1EA1}"/>
              </a:ext>
            </a:extLst>
          </p:cNvPr>
          <p:cNvSpPr/>
          <p:nvPr userDrawn="1"/>
        </p:nvSpPr>
        <p:spPr>
          <a:xfrm>
            <a:off x="0" y="4783540"/>
            <a:ext cx="9144000" cy="359960"/>
          </a:xfrm>
          <a:prstGeom prst="rect">
            <a:avLst/>
          </a:prstGeom>
          <a:solidFill>
            <a:srgbClr val="E4E5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145995D-4A7B-9C40-B61A-924C3D7766A0}" type="datetimeFigureOut">
              <a:rPr kumimoji="1" lang="ja-JP" altLang="en-US" smtClean="0"/>
              <a:t>2025/11/12</a:t>
            </a:fld>
            <a:endParaRPr kumimoji="1" lang="ja-JP" altLang="en-US"/>
          </a:p>
        </p:txBody>
      </p:sp>
      <p:sp>
        <p:nvSpPr>
          <p:cNvPr id="8" name="スライド番号プレースホルダ 5">
            <a:extLst>
              <a:ext uri="{FF2B5EF4-FFF2-40B4-BE49-F238E27FC236}">
                <a16:creationId xmlns:a16="http://schemas.microsoft.com/office/drawing/2014/main" id="{D63CA8EE-E787-554C-AF65-7C0A600669B5}"/>
              </a:ext>
            </a:extLst>
          </p:cNvPr>
          <p:cNvSpPr txBox="1">
            <a:spLocks/>
          </p:cNvSpPr>
          <p:nvPr userDrawn="1"/>
        </p:nvSpPr>
        <p:spPr>
          <a:xfrm>
            <a:off x="7736" y="4844474"/>
            <a:ext cx="2133600" cy="273844"/>
          </a:xfrm>
          <a:prstGeom prst="rect">
            <a:avLst/>
          </a:prstGeom>
        </p:spPr>
        <p:txBody>
          <a:bodyPr/>
          <a:lstStyle>
            <a:defPPr>
              <a:defRPr lang="ja-JP"/>
            </a:defPPr>
            <a:lvl1pPr algn="l" rtl="0" fontAlgn="base">
              <a:spcBef>
                <a:spcPct val="0"/>
              </a:spcBef>
              <a:spcAft>
                <a:spcPct val="0"/>
              </a:spcAft>
              <a:defRPr kumimoji="1" sz="1000" kern="1200">
                <a:solidFill>
                  <a:schemeClr val="bg1">
                    <a:lumMod val="50000"/>
                  </a:schemeClr>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pPr>
              <a:defRPr/>
            </a:pPr>
            <a:fld id="{020893F6-C71E-4DA3-935C-3C8EB84AA568}" type="slidenum">
              <a:rPr lang="ja-JP" altLang="en-US" sz="1400" smtClean="0"/>
              <a:pPr>
                <a:defRPr/>
              </a:pPr>
              <a:t>‹#›</a:t>
            </a:fld>
            <a:endParaRPr lang="ja-JP" altLang="en-US" sz="1400" dirty="0"/>
          </a:p>
        </p:txBody>
      </p:sp>
      <p:sp>
        <p:nvSpPr>
          <p:cNvPr id="11" name="テキスト ボックス 10">
            <a:extLst>
              <a:ext uri="{FF2B5EF4-FFF2-40B4-BE49-F238E27FC236}">
                <a16:creationId xmlns:a16="http://schemas.microsoft.com/office/drawing/2014/main" id="{27AA9590-50C3-FE49-944D-6F94ADED13C1}"/>
              </a:ext>
            </a:extLst>
          </p:cNvPr>
          <p:cNvSpPr txBox="1"/>
          <p:nvPr userDrawn="1"/>
        </p:nvSpPr>
        <p:spPr>
          <a:xfrm>
            <a:off x="6976015" y="4890102"/>
            <a:ext cx="2053772" cy="215444"/>
          </a:xfrm>
          <a:prstGeom prst="rect">
            <a:avLst/>
          </a:prstGeom>
          <a:noFill/>
        </p:spPr>
        <p:txBody>
          <a:bodyPr wrap="square" rtlCol="0">
            <a:spAutoFit/>
          </a:bodyPr>
          <a:lstStyle/>
          <a:p>
            <a:pPr algn="r"/>
            <a:r>
              <a:rPr kumimoji="1" lang="en-US" altLang="ja-JP" sz="800" b="0" dirty="0">
                <a:latin typeface="+mj-ea"/>
                <a:ea typeface="+mj-ea"/>
              </a:rPr>
              <a:t>©︎ 2024 IKARI SHODOKU Co., Ltd.</a:t>
            </a:r>
            <a:endParaRPr kumimoji="1" lang="ja-JP" altLang="en-US" sz="800" b="0">
              <a:latin typeface="+mj-ea"/>
              <a:ea typeface="+mj-ea"/>
            </a:endParaRPr>
          </a:p>
        </p:txBody>
      </p:sp>
    </p:spTree>
    <p:extLst>
      <p:ext uri="{BB962C8B-B14F-4D97-AF65-F5344CB8AC3E}">
        <p14:creationId xmlns:p14="http://schemas.microsoft.com/office/powerpoint/2010/main" val="39635664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jpeg"/><Relationship Id="rId13" Type="http://schemas.openxmlformats.org/officeDocument/2006/relationships/image" Target="../media/image14.jpeg"/><Relationship Id="rId18" Type="http://schemas.openxmlformats.org/officeDocument/2006/relationships/image" Target="../media/image19.jpeg"/><Relationship Id="rId26" Type="http://schemas.openxmlformats.org/officeDocument/2006/relationships/image" Target="../media/image27.jpeg"/><Relationship Id="rId3" Type="http://schemas.openxmlformats.org/officeDocument/2006/relationships/image" Target="../media/image4.jpeg"/><Relationship Id="rId21" Type="http://schemas.openxmlformats.org/officeDocument/2006/relationships/image" Target="../media/image22.jpeg"/><Relationship Id="rId7" Type="http://schemas.openxmlformats.org/officeDocument/2006/relationships/image" Target="../media/image8.jpeg"/><Relationship Id="rId12" Type="http://schemas.openxmlformats.org/officeDocument/2006/relationships/image" Target="../media/image13.jpeg"/><Relationship Id="rId17" Type="http://schemas.openxmlformats.org/officeDocument/2006/relationships/image" Target="../media/image18.jpeg"/><Relationship Id="rId25" Type="http://schemas.openxmlformats.org/officeDocument/2006/relationships/image" Target="../media/image26.jpeg"/><Relationship Id="rId2" Type="http://schemas.openxmlformats.org/officeDocument/2006/relationships/image" Target="../media/image3.jpeg"/><Relationship Id="rId16" Type="http://schemas.openxmlformats.org/officeDocument/2006/relationships/image" Target="../media/image17.jpeg"/><Relationship Id="rId20" Type="http://schemas.openxmlformats.org/officeDocument/2006/relationships/image" Target="../media/image21.jpeg"/><Relationship Id="rId1" Type="http://schemas.openxmlformats.org/officeDocument/2006/relationships/slideLayout" Target="../slideLayouts/slideLayout2.xml"/><Relationship Id="rId6" Type="http://schemas.openxmlformats.org/officeDocument/2006/relationships/image" Target="../media/image7.jpeg"/><Relationship Id="rId11" Type="http://schemas.openxmlformats.org/officeDocument/2006/relationships/image" Target="../media/image12.jpeg"/><Relationship Id="rId24" Type="http://schemas.openxmlformats.org/officeDocument/2006/relationships/image" Target="../media/image25.jpeg"/><Relationship Id="rId5" Type="http://schemas.openxmlformats.org/officeDocument/2006/relationships/image" Target="../media/image6.jpeg"/><Relationship Id="rId15" Type="http://schemas.openxmlformats.org/officeDocument/2006/relationships/image" Target="../media/image16.jpeg"/><Relationship Id="rId23" Type="http://schemas.openxmlformats.org/officeDocument/2006/relationships/image" Target="../media/image24.jpeg"/><Relationship Id="rId28" Type="http://schemas.openxmlformats.org/officeDocument/2006/relationships/image" Target="../media/image29.png"/><Relationship Id="rId10" Type="http://schemas.openxmlformats.org/officeDocument/2006/relationships/image" Target="../media/image11.jpeg"/><Relationship Id="rId19" Type="http://schemas.openxmlformats.org/officeDocument/2006/relationships/image" Target="../media/image20.jpeg"/><Relationship Id="rId4" Type="http://schemas.openxmlformats.org/officeDocument/2006/relationships/image" Target="../media/image5.jpeg"/><Relationship Id="rId9" Type="http://schemas.openxmlformats.org/officeDocument/2006/relationships/image" Target="../media/image10.jpeg"/><Relationship Id="rId14" Type="http://schemas.openxmlformats.org/officeDocument/2006/relationships/image" Target="../media/image15.jpeg"/><Relationship Id="rId22" Type="http://schemas.openxmlformats.org/officeDocument/2006/relationships/image" Target="../media/image23.jpeg"/><Relationship Id="rId27" Type="http://schemas.openxmlformats.org/officeDocument/2006/relationships/image" Target="../media/image28.jpeg"/></Relationships>
</file>

<file path=ppt/slides/_rels/slide2.xml.rels><?xml version="1.0" encoding="UTF-8" standalone="yes"?>
<Relationships xmlns="http://schemas.openxmlformats.org/package/2006/relationships"><Relationship Id="rId8" Type="http://schemas.openxmlformats.org/officeDocument/2006/relationships/image" Target="../media/image17.jpeg"/><Relationship Id="rId13" Type="http://schemas.openxmlformats.org/officeDocument/2006/relationships/image" Target="../media/image22.jpeg"/><Relationship Id="rId18" Type="http://schemas.openxmlformats.org/officeDocument/2006/relationships/image" Target="../media/image27.jpeg"/><Relationship Id="rId3" Type="http://schemas.openxmlformats.org/officeDocument/2006/relationships/image" Target="../media/image12.jpeg"/><Relationship Id="rId7" Type="http://schemas.openxmlformats.org/officeDocument/2006/relationships/image" Target="../media/image16.jpeg"/><Relationship Id="rId12" Type="http://schemas.openxmlformats.org/officeDocument/2006/relationships/image" Target="../media/image21.jpeg"/><Relationship Id="rId17" Type="http://schemas.openxmlformats.org/officeDocument/2006/relationships/image" Target="../media/image26.jpeg"/><Relationship Id="rId2" Type="http://schemas.openxmlformats.org/officeDocument/2006/relationships/notesSlide" Target="../notesSlides/notesSlide1.xml"/><Relationship Id="rId16" Type="http://schemas.openxmlformats.org/officeDocument/2006/relationships/image" Target="../media/image25.jpeg"/><Relationship Id="rId20"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15.jpeg"/><Relationship Id="rId11" Type="http://schemas.openxmlformats.org/officeDocument/2006/relationships/image" Target="../media/image20.jpeg"/><Relationship Id="rId5" Type="http://schemas.openxmlformats.org/officeDocument/2006/relationships/image" Target="../media/image14.jpeg"/><Relationship Id="rId15" Type="http://schemas.openxmlformats.org/officeDocument/2006/relationships/image" Target="../media/image24.jpeg"/><Relationship Id="rId10" Type="http://schemas.openxmlformats.org/officeDocument/2006/relationships/image" Target="../media/image19.jpeg"/><Relationship Id="rId19" Type="http://schemas.openxmlformats.org/officeDocument/2006/relationships/image" Target="../media/image28.jpeg"/><Relationship Id="rId4" Type="http://schemas.openxmlformats.org/officeDocument/2006/relationships/image" Target="../media/image13.jpeg"/><Relationship Id="rId9" Type="http://schemas.openxmlformats.org/officeDocument/2006/relationships/image" Target="../media/image18.jpeg"/><Relationship Id="rId14"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A09C7-1A48-7949-6624-79AD5A90FFC0}"/>
            </a:ext>
          </a:extLst>
        </p:cNvPr>
        <p:cNvGrpSpPr/>
        <p:nvPr/>
      </p:nvGrpSpPr>
      <p:grpSpPr>
        <a:xfrm>
          <a:off x="0" y="0"/>
          <a:ext cx="0" cy="0"/>
          <a:chOff x="0" y="0"/>
          <a:chExt cx="0" cy="0"/>
        </a:xfrm>
      </p:grpSpPr>
      <p:sp>
        <p:nvSpPr>
          <p:cNvPr id="57" name="直角三角形 56">
            <a:extLst>
              <a:ext uri="{FF2B5EF4-FFF2-40B4-BE49-F238E27FC236}">
                <a16:creationId xmlns:a16="http://schemas.microsoft.com/office/drawing/2014/main" id="{87DB52C6-1C88-E6A6-1297-3C8EEDFEDCCA}"/>
              </a:ext>
            </a:extLst>
          </p:cNvPr>
          <p:cNvSpPr/>
          <p:nvPr/>
        </p:nvSpPr>
        <p:spPr>
          <a:xfrm rot="8026364" flipV="1">
            <a:off x="2229402" y="2874803"/>
            <a:ext cx="315829" cy="309467"/>
          </a:xfrm>
          <a:prstGeom prst="rtTriangle">
            <a:avLst/>
          </a:prstGeom>
          <a:solidFill>
            <a:srgbClr val="FF000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C0540550-D317-21A8-4EAE-B8119FB7FE9B}"/>
              </a:ext>
            </a:extLst>
          </p:cNvPr>
          <p:cNvCxnSpPr/>
          <p:nvPr/>
        </p:nvCxnSpPr>
        <p:spPr>
          <a:xfrm>
            <a:off x="107505" y="627534"/>
            <a:ext cx="8928992" cy="0"/>
          </a:xfrm>
          <a:prstGeom prst="line">
            <a:avLst/>
          </a:prstGeom>
          <a:ln w="12700">
            <a:solidFill>
              <a:schemeClr val="tx1">
                <a:lumMod val="65000"/>
                <a:lumOff val="35000"/>
              </a:schemeClr>
            </a:solidFill>
          </a:ln>
          <a:effectLst/>
        </p:spPr>
        <p:style>
          <a:lnRef idx="2">
            <a:schemeClr val="accent1"/>
          </a:lnRef>
          <a:fillRef idx="0">
            <a:schemeClr val="accent1"/>
          </a:fillRef>
          <a:effectRef idx="1">
            <a:schemeClr val="accent1"/>
          </a:effectRef>
          <a:fontRef idx="minor">
            <a:schemeClr val="tx1"/>
          </a:fontRef>
        </p:style>
      </p:cxnSp>
      <p:sp>
        <p:nvSpPr>
          <p:cNvPr id="17" name="コンテンツ プレースホルダー 2">
            <a:extLst>
              <a:ext uri="{FF2B5EF4-FFF2-40B4-BE49-F238E27FC236}">
                <a16:creationId xmlns:a16="http://schemas.microsoft.com/office/drawing/2014/main" id="{9882FCAE-5E14-308A-8744-D39B59E307C0}"/>
              </a:ext>
            </a:extLst>
          </p:cNvPr>
          <p:cNvSpPr txBox="1">
            <a:spLocks/>
          </p:cNvSpPr>
          <p:nvPr/>
        </p:nvSpPr>
        <p:spPr>
          <a:xfrm>
            <a:off x="107505" y="152996"/>
            <a:ext cx="8928992" cy="474539"/>
          </a:xfrm>
          <a:prstGeom prst="rect">
            <a:avLst/>
          </a:prstGeom>
        </p:spPr>
        <p:txBody>
          <a:bodyPr anchor="ctr">
            <a:noAutofit/>
          </a:bodyPr>
          <a:lstStyle>
            <a:lvl1pPr marL="0" indent="0" algn="ctr" defTabSz="457200" rtl="0" eaLnBrk="0" fontAlgn="base" hangingPunct="0">
              <a:spcBef>
                <a:spcPct val="20000"/>
              </a:spcBef>
              <a:spcAft>
                <a:spcPct val="0"/>
              </a:spcAft>
              <a:buFont typeface="Arial" charset="0"/>
              <a:buNone/>
              <a:defRPr kumimoji="1" sz="3200" kern="1200">
                <a:solidFill>
                  <a:schemeClr val="tx1">
                    <a:tint val="75000"/>
                  </a:schemeClr>
                </a:solidFill>
                <a:latin typeface="+mn-lt"/>
                <a:ea typeface="+mn-ea"/>
                <a:cs typeface="ＭＳ Ｐゴシック" pitchFamily="-110" charset="-128"/>
              </a:defRPr>
            </a:lvl1pPr>
            <a:lvl2pPr marL="457200" indent="0" algn="ctr" defTabSz="457200" rtl="0" eaLnBrk="0" fontAlgn="base" hangingPunct="0">
              <a:spcBef>
                <a:spcPct val="20000"/>
              </a:spcBef>
              <a:spcAft>
                <a:spcPct val="0"/>
              </a:spcAft>
              <a:buFont typeface="Arial" charset="0"/>
              <a:buNone/>
              <a:defRPr kumimoji="1" sz="2800" kern="1200">
                <a:solidFill>
                  <a:schemeClr val="tx1">
                    <a:tint val="75000"/>
                  </a:schemeClr>
                </a:solidFill>
                <a:latin typeface="+mn-lt"/>
                <a:ea typeface="+mn-ea"/>
                <a:cs typeface="+mn-cs"/>
              </a:defRPr>
            </a:lvl2pPr>
            <a:lvl3pPr marL="914400" indent="0" algn="ctr" defTabSz="457200" rtl="0" eaLnBrk="0" fontAlgn="base" hangingPunct="0">
              <a:spcBef>
                <a:spcPct val="20000"/>
              </a:spcBef>
              <a:spcAft>
                <a:spcPct val="0"/>
              </a:spcAft>
              <a:buFont typeface="Arial" charset="0"/>
              <a:buNone/>
              <a:defRPr kumimoji="1" sz="2400" kern="1200">
                <a:solidFill>
                  <a:schemeClr val="tx1">
                    <a:tint val="75000"/>
                  </a:schemeClr>
                </a:solidFill>
                <a:latin typeface="+mn-lt"/>
                <a:ea typeface="+mn-ea"/>
                <a:cs typeface="+mn-cs"/>
              </a:defRPr>
            </a:lvl3pPr>
            <a:lvl4pPr marL="1371600" indent="0" algn="ctr" defTabSz="457200" rtl="0" eaLnBrk="0" fontAlgn="base" hangingPunct="0">
              <a:spcBef>
                <a:spcPct val="20000"/>
              </a:spcBef>
              <a:spcAft>
                <a:spcPct val="0"/>
              </a:spcAft>
              <a:buFont typeface="Arial" charset="0"/>
              <a:buNone/>
              <a:defRPr kumimoji="1" sz="2000" kern="1200">
                <a:solidFill>
                  <a:schemeClr val="tx1">
                    <a:tint val="75000"/>
                  </a:schemeClr>
                </a:solidFill>
                <a:latin typeface="+mn-lt"/>
                <a:ea typeface="+mn-ea"/>
                <a:cs typeface="+mn-cs"/>
              </a:defRPr>
            </a:lvl4pPr>
            <a:lvl5pPr marL="1828800" indent="0" algn="ctr" defTabSz="457200" rtl="0" eaLnBrk="0" fontAlgn="base" hangingPunct="0">
              <a:spcBef>
                <a:spcPct val="20000"/>
              </a:spcBef>
              <a:spcAft>
                <a:spcPct val="0"/>
              </a:spcAft>
              <a:buFont typeface="Arial" charset="0"/>
              <a:buNone/>
              <a:defRPr kumimoji="1"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kumimoji="1"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kumimoji="1"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kumimoji="1"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kumimoji="1" sz="2000" kern="1200">
                <a:solidFill>
                  <a:schemeClr val="tx1">
                    <a:tint val="75000"/>
                  </a:schemeClr>
                </a:solidFill>
                <a:latin typeface="+mn-lt"/>
                <a:ea typeface="+mn-ea"/>
                <a:cs typeface="+mn-cs"/>
              </a:defRPr>
            </a:lvl9pPr>
          </a:lstStyle>
          <a:p>
            <a:pPr algn="l"/>
            <a:r>
              <a:rPr lang="ja-JP" altLang="en-US" sz="1600" dirty="0">
                <a:solidFill>
                  <a:schemeClr val="tx1"/>
                </a:solidFill>
                <a:latin typeface="Meiryo UI" panose="020B0604030504040204" pitchFamily="50" charset="-128"/>
                <a:ea typeface="Meiryo UI" panose="020B0604030504040204" pitchFamily="50" charset="-128"/>
              </a:rPr>
              <a:t>戦術</a:t>
            </a:r>
            <a:r>
              <a:rPr lang="en-US" altLang="ja-JP" sz="1600" dirty="0">
                <a:solidFill>
                  <a:schemeClr val="tx1"/>
                </a:solidFill>
                <a:latin typeface="Meiryo UI" panose="020B0604030504040204" pitchFamily="50" charset="-128"/>
                <a:ea typeface="Meiryo UI" panose="020B0604030504040204" pitchFamily="50" charset="-128"/>
              </a:rPr>
              <a:t>【</a:t>
            </a:r>
            <a:r>
              <a:rPr lang="ja-JP" altLang="en-US" sz="1600" dirty="0">
                <a:solidFill>
                  <a:schemeClr val="tx1"/>
                </a:solidFill>
                <a:latin typeface="Meiryo UI" panose="020B0604030504040204" pitchFamily="50" charset="-128"/>
                <a:ea typeface="Meiryo UI" panose="020B0604030504040204" pitchFamily="50" charset="-128"/>
              </a:rPr>
              <a:t>やるべき取り組み</a:t>
            </a:r>
            <a:r>
              <a:rPr lang="en-US" altLang="ja-JP" sz="1600" dirty="0">
                <a:solidFill>
                  <a:schemeClr val="tx1"/>
                </a:solidFill>
                <a:latin typeface="Meiryo UI" panose="020B0604030504040204" pitchFamily="50" charset="-128"/>
                <a:ea typeface="Meiryo UI" panose="020B0604030504040204" pitchFamily="50" charset="-128"/>
              </a:rPr>
              <a:t>】</a:t>
            </a:r>
            <a:r>
              <a:rPr lang="ja-JP" altLang="en-US" sz="1600" dirty="0">
                <a:solidFill>
                  <a:schemeClr val="tx1"/>
                </a:solidFill>
                <a:latin typeface="Meiryo UI" panose="020B0604030504040204" pitchFamily="50" charset="-128"/>
                <a:ea typeface="Meiryo UI" panose="020B0604030504040204" pitchFamily="50" charset="-128"/>
              </a:rPr>
              <a:t>の現状とゴール</a:t>
            </a:r>
            <a:endParaRPr lang="en-US" altLang="ja-JP" sz="1600" dirty="0">
              <a:solidFill>
                <a:schemeClr val="tx1"/>
              </a:solidFill>
              <a:latin typeface="Meiryo UI" panose="020B0604030504040204" pitchFamily="50" charset="-128"/>
              <a:ea typeface="Meiryo UI" panose="020B0604030504040204" pitchFamily="50" charset="-128"/>
            </a:endParaRPr>
          </a:p>
        </p:txBody>
      </p:sp>
      <p:graphicFrame>
        <p:nvGraphicFramePr>
          <p:cNvPr id="10" name="表 9">
            <a:extLst>
              <a:ext uri="{FF2B5EF4-FFF2-40B4-BE49-F238E27FC236}">
                <a16:creationId xmlns:a16="http://schemas.microsoft.com/office/drawing/2014/main" id="{21008B45-2523-D603-EAA7-FA91A4066F7A}"/>
              </a:ext>
            </a:extLst>
          </p:cNvPr>
          <p:cNvGraphicFramePr>
            <a:graphicFrameLocks noGrp="1"/>
          </p:cNvGraphicFramePr>
          <p:nvPr>
            <p:extLst>
              <p:ext uri="{D42A27DB-BD31-4B8C-83A1-F6EECF244321}">
                <p14:modId xmlns:p14="http://schemas.microsoft.com/office/powerpoint/2010/main" val="2948454141"/>
              </p:ext>
            </p:extLst>
          </p:nvPr>
        </p:nvGraphicFramePr>
        <p:xfrm>
          <a:off x="60847" y="694654"/>
          <a:ext cx="2274390" cy="4359779"/>
        </p:xfrm>
        <a:graphic>
          <a:graphicData uri="http://schemas.openxmlformats.org/drawingml/2006/table">
            <a:tbl>
              <a:tblPr firstRow="1" bandRow="1">
                <a:tableStyleId>{5C22544A-7EE6-4342-B048-85BDC9FD1C3A}</a:tableStyleId>
              </a:tblPr>
              <a:tblGrid>
                <a:gridCol w="500547">
                  <a:extLst>
                    <a:ext uri="{9D8B030D-6E8A-4147-A177-3AD203B41FA5}">
                      <a16:colId xmlns:a16="http://schemas.microsoft.com/office/drawing/2014/main" val="2267121152"/>
                    </a:ext>
                  </a:extLst>
                </a:gridCol>
                <a:gridCol w="1773843">
                  <a:extLst>
                    <a:ext uri="{9D8B030D-6E8A-4147-A177-3AD203B41FA5}">
                      <a16:colId xmlns:a16="http://schemas.microsoft.com/office/drawing/2014/main" val="2993708991"/>
                    </a:ext>
                  </a:extLst>
                </a:gridCol>
              </a:tblGrid>
              <a:tr h="377621">
                <a:tc gridSpan="2">
                  <a:txBody>
                    <a:bodyPr/>
                    <a:lstStyle/>
                    <a:p>
                      <a:pPr algn="ctr"/>
                      <a:r>
                        <a:rPr kumimoji="1" lang="ja-JP" altLang="en-US" dirty="0">
                          <a:latin typeface="Meiryo UI" panose="020B0604030504040204" pitchFamily="50" charset="-128"/>
                          <a:ea typeface="Meiryo UI" panose="020B0604030504040204" pitchFamily="50" charset="-128"/>
                        </a:rPr>
                        <a:t>現状　</a:t>
                      </a:r>
                      <a:r>
                        <a:rPr kumimoji="1" lang="en-US" altLang="ja-JP" dirty="0">
                          <a:latin typeface="Meiryo UI" panose="020B0604030504040204" pitchFamily="50" charset="-128"/>
                          <a:ea typeface="Meiryo UI" panose="020B0604030504040204" pitchFamily="50" charset="-128"/>
                        </a:rPr>
                        <a:t>2025</a:t>
                      </a:r>
                      <a:r>
                        <a:rPr kumimoji="1" lang="ja-JP" altLang="en-US" dirty="0">
                          <a:latin typeface="Meiryo UI" panose="020B0604030504040204" pitchFamily="50" charset="-128"/>
                          <a:ea typeface="Meiryo UI" panose="020B0604030504040204" pitchFamily="50" charset="-128"/>
                        </a:rPr>
                        <a:t>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hMerge="1">
                  <a:txBody>
                    <a:bodyPr/>
                    <a:lstStyle/>
                    <a:p>
                      <a:endParaRPr kumimoji="1" lang="ja-JP" altLang="en-US" dirty="0"/>
                    </a:p>
                  </a:txBody>
                  <a:tcPr/>
                </a:tc>
                <a:extLst>
                  <a:ext uri="{0D108BD9-81ED-4DB2-BD59-A6C34878D82A}">
                    <a16:rowId xmlns:a16="http://schemas.microsoft.com/office/drawing/2014/main" val="2286788898"/>
                  </a:ext>
                </a:extLst>
              </a:tr>
              <a:tr h="497034">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900" b="1" dirty="0">
                          <a:latin typeface="Meiryo UI" panose="020B0604030504040204" pitchFamily="50" charset="-128"/>
                          <a:ea typeface="Meiryo UI" panose="020B0604030504040204" pitchFamily="50" charset="-128"/>
                        </a:rPr>
                        <a:t>　・売上重視の営業活動</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17567705"/>
                  </a:ext>
                </a:extLst>
              </a:tr>
              <a:tr h="497034">
                <a:tc>
                  <a:txBody>
                    <a:bodyPr/>
                    <a:lstStyle/>
                    <a:p>
                      <a:endParaRPr kumimoji="1" lang="ja-JP" altLang="en-US">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900" b="1" dirty="0">
                          <a:latin typeface="Meiryo UI" panose="020B0604030504040204" pitchFamily="50" charset="-128"/>
                          <a:ea typeface="Meiryo UI" panose="020B0604030504040204" pitchFamily="50" charset="-128"/>
                        </a:rPr>
                        <a:t>　・現場とガイドラインの乖離</a:t>
                      </a:r>
                    </a:p>
                  </a:txBody>
                  <a:tcPr anchor="ctr">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29987558"/>
                  </a:ext>
                </a:extLst>
              </a:tr>
              <a:tr h="497034">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900" b="1" dirty="0">
                          <a:latin typeface="Meiryo UI" panose="020B0604030504040204" pitchFamily="50" charset="-128"/>
                          <a:ea typeface="Meiryo UI" panose="020B0604030504040204" pitchFamily="50" charset="-128"/>
                        </a:rPr>
                        <a:t>　・社内情報システムの複雑さ</a:t>
                      </a:r>
                      <a:endParaRPr kumimoji="1" lang="en-US" altLang="ja-JP" sz="900" b="1" dirty="0">
                        <a:latin typeface="Meiryo UI" panose="020B0604030504040204" pitchFamily="50" charset="-128"/>
                        <a:ea typeface="Meiryo UI" panose="020B0604030504040204" pitchFamily="50" charset="-128"/>
                      </a:endParaRPr>
                    </a:p>
                    <a:p>
                      <a:r>
                        <a:rPr kumimoji="1" lang="ja-JP" altLang="en-US" sz="900" b="1" dirty="0">
                          <a:latin typeface="Meiryo UI" panose="020B0604030504040204" pitchFamily="50" charset="-128"/>
                          <a:ea typeface="Meiryo UI" panose="020B0604030504040204" pitchFamily="50" charset="-128"/>
                        </a:rPr>
                        <a:t>　・業務の属人化</a:t>
                      </a:r>
                    </a:p>
                  </a:txBody>
                  <a:tcPr anchor="ctr">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05707595"/>
                  </a:ext>
                </a:extLst>
              </a:tr>
              <a:tr h="497034">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900" b="1" dirty="0">
                          <a:latin typeface="Meiryo UI" panose="020B0604030504040204" pitchFamily="50" charset="-128"/>
                          <a:ea typeface="Meiryo UI" panose="020B0604030504040204" pitchFamily="50" charset="-128"/>
                        </a:rPr>
                        <a:t>　・オリジナル商品開発の未達</a:t>
                      </a:r>
                    </a:p>
                  </a:txBody>
                  <a:tcPr anchor="ctr">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34584758"/>
                  </a:ext>
                </a:extLst>
              </a:tr>
              <a:tr h="497034">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900" b="1" dirty="0">
                          <a:latin typeface="Meiryo UI" panose="020B0604030504040204" pitchFamily="50" charset="-128"/>
                          <a:ea typeface="Meiryo UI" panose="020B0604030504040204" pitchFamily="50" charset="-128"/>
                        </a:rPr>
                        <a:t>　・トラップ同定の持続性不安</a:t>
                      </a:r>
                    </a:p>
                  </a:txBody>
                  <a:tcPr anchor="ctr">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3072843"/>
                  </a:ext>
                </a:extLst>
              </a:tr>
              <a:tr h="497034">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900" b="1" dirty="0">
                          <a:latin typeface="Meiryo UI" panose="020B0604030504040204" pitchFamily="50" charset="-128"/>
                          <a:ea typeface="Meiryo UI" panose="020B0604030504040204" pitchFamily="50" charset="-128"/>
                        </a:rPr>
                        <a:t>　・商流</a:t>
                      </a:r>
                      <a:r>
                        <a:rPr kumimoji="1" lang="en-US" altLang="ja-JP" sz="900" b="1" dirty="0">
                          <a:latin typeface="Meiryo UI" panose="020B0604030504040204" pitchFamily="50" charset="-128"/>
                          <a:ea typeface="Meiryo UI" panose="020B0604030504040204" pitchFamily="50" charset="-128"/>
                        </a:rPr>
                        <a:t>､</a:t>
                      </a:r>
                      <a:r>
                        <a:rPr kumimoji="1" lang="ja-JP" altLang="en-US" sz="900" b="1" dirty="0">
                          <a:latin typeface="Meiryo UI" panose="020B0604030504040204" pitchFamily="50" charset="-128"/>
                          <a:ea typeface="Meiryo UI" panose="020B0604030504040204" pitchFamily="50" charset="-128"/>
                        </a:rPr>
                        <a:t>商品</a:t>
                      </a:r>
                      <a:r>
                        <a:rPr kumimoji="1" lang="en-US" altLang="ja-JP" sz="900" b="1" dirty="0">
                          <a:latin typeface="Meiryo UI" panose="020B0604030504040204" pitchFamily="50" charset="-128"/>
                          <a:ea typeface="Meiryo UI" panose="020B0604030504040204" pitchFamily="50" charset="-128"/>
                        </a:rPr>
                        <a:t>､</a:t>
                      </a:r>
                      <a:r>
                        <a:rPr kumimoji="1" lang="ja-JP" altLang="en-US" sz="900" b="1" dirty="0">
                          <a:latin typeface="Meiryo UI" panose="020B0604030504040204" pitchFamily="50" charset="-128"/>
                          <a:ea typeface="Meiryo UI" panose="020B0604030504040204" pitchFamily="50" charset="-128"/>
                        </a:rPr>
                        <a:t>サービスの固定化</a:t>
                      </a:r>
                    </a:p>
                  </a:txBody>
                  <a:tcPr anchor="ctr">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36492303"/>
                  </a:ext>
                </a:extLst>
              </a:tr>
              <a:tr h="497034">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900" b="1" dirty="0">
                          <a:latin typeface="Meiryo UI" panose="020B0604030504040204" pitchFamily="50" charset="-128"/>
                          <a:ea typeface="Meiryo UI" panose="020B0604030504040204" pitchFamily="50" charset="-128"/>
                        </a:rPr>
                        <a:t>　・パートナー企業の持続性不安</a:t>
                      </a:r>
                      <a:endParaRPr kumimoji="1" lang="en-US" altLang="ja-JP" sz="900" b="1" dirty="0">
                        <a:latin typeface="Meiryo UI" panose="020B0604030504040204" pitchFamily="50" charset="-128"/>
                        <a:ea typeface="Meiryo UI" panose="020B0604030504040204" pitchFamily="50" charset="-128"/>
                      </a:endParaRPr>
                    </a:p>
                    <a:p>
                      <a:r>
                        <a:rPr kumimoji="1" lang="ja-JP" altLang="en-US" sz="900" b="1" dirty="0">
                          <a:latin typeface="Meiryo UI" panose="020B0604030504040204" pitchFamily="50" charset="-128"/>
                          <a:ea typeface="Meiryo UI" panose="020B0604030504040204" pitchFamily="50" charset="-128"/>
                        </a:rPr>
                        <a:t>　・工事受注額制限</a:t>
                      </a:r>
                    </a:p>
                  </a:txBody>
                  <a:tcPr anchor="ctr">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5702484"/>
                  </a:ext>
                </a:extLst>
              </a:tr>
              <a:tr h="497034">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b="1" dirty="0">
                          <a:latin typeface="Meiryo UI" panose="020B0604030504040204" pitchFamily="50" charset="-128"/>
                          <a:ea typeface="Meiryo UI" panose="020B0604030504040204" pitchFamily="50" charset="-128"/>
                        </a:rPr>
                        <a:t>　・社員の高齢化</a:t>
                      </a:r>
                      <a:endParaRPr kumimoji="1" lang="en-US" altLang="ja-JP" sz="900" b="1" dirty="0">
                        <a:latin typeface="Meiryo UI" panose="020B0604030504040204" pitchFamily="50" charset="-128"/>
                        <a:ea typeface="Meiryo UI" panose="020B0604030504040204" pitchFamily="50" charset="-128"/>
                      </a:endParaRPr>
                    </a:p>
                    <a:p>
                      <a:r>
                        <a:rPr kumimoji="1" lang="ja-JP" altLang="en-US" sz="900" b="1" dirty="0">
                          <a:latin typeface="Meiryo UI" panose="020B0604030504040204" pitchFamily="50" charset="-128"/>
                          <a:ea typeface="Meiryo UI" panose="020B0604030504040204" pitchFamily="50" charset="-128"/>
                        </a:rPr>
                        <a:t>　・新規採用難</a:t>
                      </a:r>
                      <a:endParaRPr kumimoji="1" lang="en-US" altLang="ja-JP" sz="900" b="1" dirty="0">
                        <a:latin typeface="Meiryo UI" panose="020B0604030504040204" pitchFamily="50" charset="-128"/>
                        <a:ea typeface="Meiryo UI" panose="020B0604030504040204" pitchFamily="50" charset="-128"/>
                      </a:endParaRPr>
                    </a:p>
                    <a:p>
                      <a:r>
                        <a:rPr kumimoji="1" lang="ja-JP" altLang="en-US" sz="900" b="1" dirty="0">
                          <a:latin typeface="Meiryo UI" panose="020B0604030504040204" pitchFamily="50" charset="-128"/>
                          <a:ea typeface="Meiryo UI" panose="020B0604030504040204" pitchFamily="50" charset="-128"/>
                        </a:rPr>
                        <a:t>　・キャリア不安</a:t>
                      </a:r>
                    </a:p>
                  </a:txBody>
                  <a:tcPr anchor="ctr">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1078749"/>
                  </a:ext>
                </a:extLst>
              </a:tr>
            </a:tbl>
          </a:graphicData>
        </a:graphic>
      </p:graphicFrame>
      <p:pic>
        <p:nvPicPr>
          <p:cNvPr id="15" name="図 14">
            <a:extLst>
              <a:ext uri="{FF2B5EF4-FFF2-40B4-BE49-F238E27FC236}">
                <a16:creationId xmlns:a16="http://schemas.microsoft.com/office/drawing/2014/main" id="{1C0FFD80-46B0-204C-9472-99DC5DBA4E36}"/>
              </a:ext>
            </a:extLst>
          </p:cNvPr>
          <p:cNvPicPr>
            <a:picLocks noChangeAspect="1"/>
          </p:cNvPicPr>
          <p:nvPr/>
        </p:nvPicPr>
        <p:blipFill>
          <a:blip r:embed="rId2"/>
          <a:stretch>
            <a:fillRect/>
          </a:stretch>
        </p:blipFill>
        <p:spPr>
          <a:xfrm>
            <a:off x="177554" y="1138050"/>
            <a:ext cx="354701" cy="354701"/>
          </a:xfrm>
          <a:prstGeom prst="rect">
            <a:avLst/>
          </a:prstGeom>
        </p:spPr>
      </p:pic>
      <p:grpSp>
        <p:nvGrpSpPr>
          <p:cNvPr id="19" name="グループ化 18">
            <a:extLst>
              <a:ext uri="{FF2B5EF4-FFF2-40B4-BE49-F238E27FC236}">
                <a16:creationId xmlns:a16="http://schemas.microsoft.com/office/drawing/2014/main" id="{764D0D25-0D1E-C5ED-BFE5-8211A63EA3DE}"/>
              </a:ext>
            </a:extLst>
          </p:cNvPr>
          <p:cNvGrpSpPr/>
          <p:nvPr/>
        </p:nvGrpSpPr>
        <p:grpSpPr>
          <a:xfrm>
            <a:off x="133323" y="1649936"/>
            <a:ext cx="459981" cy="349567"/>
            <a:chOff x="3604619" y="1351033"/>
            <a:chExt cx="824989" cy="369577"/>
          </a:xfrm>
        </p:grpSpPr>
        <p:pic>
          <p:nvPicPr>
            <p:cNvPr id="21" name="図 20" descr="アイコン&#10;&#10;AI によって生成されたコンテンツは間違っている可能性があります。">
              <a:extLst>
                <a:ext uri="{FF2B5EF4-FFF2-40B4-BE49-F238E27FC236}">
                  <a16:creationId xmlns:a16="http://schemas.microsoft.com/office/drawing/2014/main" id="{CCA7A356-70CB-F600-4F41-1D19F5AFEF65}"/>
                </a:ext>
              </a:extLst>
            </p:cNvPr>
            <p:cNvPicPr>
              <a:picLocks noChangeAspect="1"/>
            </p:cNvPicPr>
            <p:nvPr/>
          </p:nvPicPr>
          <p:blipFill>
            <a:blip r:embed="rId3"/>
            <a:stretch>
              <a:fillRect/>
            </a:stretch>
          </p:blipFill>
          <p:spPr>
            <a:xfrm>
              <a:off x="3604619" y="1364148"/>
              <a:ext cx="356462" cy="356462"/>
            </a:xfrm>
            <a:prstGeom prst="rect">
              <a:avLst/>
            </a:prstGeom>
          </p:spPr>
        </p:pic>
        <p:pic>
          <p:nvPicPr>
            <p:cNvPr id="23" name="図 22" descr="アイコン&#10;&#10;AI によって生成されたコンテンツは間違っている可能性があります。">
              <a:extLst>
                <a:ext uri="{FF2B5EF4-FFF2-40B4-BE49-F238E27FC236}">
                  <a16:creationId xmlns:a16="http://schemas.microsoft.com/office/drawing/2014/main" id="{A885FD6B-B5B7-86E8-6346-98F6217707C4}"/>
                </a:ext>
              </a:extLst>
            </p:cNvPr>
            <p:cNvPicPr>
              <a:picLocks noChangeAspect="1"/>
            </p:cNvPicPr>
            <p:nvPr/>
          </p:nvPicPr>
          <p:blipFill>
            <a:blip r:embed="rId3"/>
            <a:srcRect l="12583" r="1"/>
            <a:stretch/>
          </p:blipFill>
          <p:spPr>
            <a:xfrm>
              <a:off x="3882650" y="1358799"/>
              <a:ext cx="311607" cy="356462"/>
            </a:xfrm>
            <a:prstGeom prst="rect">
              <a:avLst/>
            </a:prstGeom>
          </p:spPr>
        </p:pic>
        <p:pic>
          <p:nvPicPr>
            <p:cNvPr id="28" name="図 27" descr="アイコン&#10;&#10;AI によって生成されたコンテンツは間違っている可能性があります。">
              <a:extLst>
                <a:ext uri="{FF2B5EF4-FFF2-40B4-BE49-F238E27FC236}">
                  <a16:creationId xmlns:a16="http://schemas.microsoft.com/office/drawing/2014/main" id="{2A395C76-284D-1933-394E-BB5611EBD4A1}"/>
                </a:ext>
              </a:extLst>
            </p:cNvPr>
            <p:cNvPicPr>
              <a:picLocks noChangeAspect="1"/>
            </p:cNvPicPr>
            <p:nvPr/>
          </p:nvPicPr>
          <p:blipFill>
            <a:blip r:embed="rId3"/>
            <a:srcRect l="12583" b="-3610"/>
            <a:stretch/>
          </p:blipFill>
          <p:spPr>
            <a:xfrm>
              <a:off x="4118000" y="1351033"/>
              <a:ext cx="311608" cy="369332"/>
            </a:xfrm>
            <a:prstGeom prst="rect">
              <a:avLst/>
            </a:prstGeom>
          </p:spPr>
        </p:pic>
      </p:grpSp>
      <p:pic>
        <p:nvPicPr>
          <p:cNvPr id="48" name="図 47" descr="アイコン&#10;&#10;AI によって生成されたコンテンツは間違っている可能性があります。">
            <a:extLst>
              <a:ext uri="{FF2B5EF4-FFF2-40B4-BE49-F238E27FC236}">
                <a16:creationId xmlns:a16="http://schemas.microsoft.com/office/drawing/2014/main" id="{E39B7B72-AE8B-32F9-6843-5517F74FB858}"/>
              </a:ext>
            </a:extLst>
          </p:cNvPr>
          <p:cNvPicPr>
            <a:picLocks noChangeAspect="1"/>
          </p:cNvPicPr>
          <p:nvPr/>
        </p:nvPicPr>
        <p:blipFill>
          <a:blip r:embed="rId4"/>
          <a:stretch>
            <a:fillRect/>
          </a:stretch>
        </p:blipFill>
        <p:spPr>
          <a:xfrm>
            <a:off x="170640" y="2142605"/>
            <a:ext cx="368528" cy="368528"/>
          </a:xfrm>
          <a:prstGeom prst="rect">
            <a:avLst/>
          </a:prstGeom>
        </p:spPr>
      </p:pic>
      <p:pic>
        <p:nvPicPr>
          <p:cNvPr id="50" name="図 49" descr="ロゴ&#10;&#10;AI によって生成されたコンテンツは間違っている可能性があります。">
            <a:extLst>
              <a:ext uri="{FF2B5EF4-FFF2-40B4-BE49-F238E27FC236}">
                <a16:creationId xmlns:a16="http://schemas.microsoft.com/office/drawing/2014/main" id="{55994158-BA63-205C-2932-CB012BA4D25E}"/>
              </a:ext>
            </a:extLst>
          </p:cNvPr>
          <p:cNvPicPr>
            <a:picLocks noChangeAspect="1"/>
          </p:cNvPicPr>
          <p:nvPr/>
        </p:nvPicPr>
        <p:blipFill>
          <a:blip r:embed="rId5"/>
          <a:stretch>
            <a:fillRect/>
          </a:stretch>
        </p:blipFill>
        <p:spPr>
          <a:xfrm>
            <a:off x="146716" y="2618129"/>
            <a:ext cx="416375" cy="416375"/>
          </a:xfrm>
          <a:prstGeom prst="rect">
            <a:avLst/>
          </a:prstGeom>
        </p:spPr>
      </p:pic>
      <p:pic>
        <p:nvPicPr>
          <p:cNvPr id="52" name="図 51" descr="アイコン&#10;&#10;AI によって生成されたコンテンツは間違っている可能性があります。">
            <a:extLst>
              <a:ext uri="{FF2B5EF4-FFF2-40B4-BE49-F238E27FC236}">
                <a16:creationId xmlns:a16="http://schemas.microsoft.com/office/drawing/2014/main" id="{02D4705A-1343-D0AF-E467-BA2B6DE5D977}"/>
              </a:ext>
            </a:extLst>
          </p:cNvPr>
          <p:cNvPicPr>
            <a:picLocks noChangeAspect="1"/>
          </p:cNvPicPr>
          <p:nvPr/>
        </p:nvPicPr>
        <p:blipFill>
          <a:blip r:embed="rId6"/>
          <a:stretch>
            <a:fillRect/>
          </a:stretch>
        </p:blipFill>
        <p:spPr>
          <a:xfrm>
            <a:off x="133323" y="3141500"/>
            <a:ext cx="320308" cy="320308"/>
          </a:xfrm>
          <a:prstGeom prst="rect">
            <a:avLst/>
          </a:prstGeom>
        </p:spPr>
      </p:pic>
      <p:pic>
        <p:nvPicPr>
          <p:cNvPr id="53" name="図 52" descr="アイコン&#10;&#10;AI によって生成されたコンテンツは間違っている可能性があります。">
            <a:extLst>
              <a:ext uri="{FF2B5EF4-FFF2-40B4-BE49-F238E27FC236}">
                <a16:creationId xmlns:a16="http://schemas.microsoft.com/office/drawing/2014/main" id="{7E9899BC-4A76-5EEF-2C5B-C0233059B60C}"/>
              </a:ext>
            </a:extLst>
          </p:cNvPr>
          <p:cNvPicPr>
            <a:picLocks noChangeAspect="1"/>
          </p:cNvPicPr>
          <p:nvPr/>
        </p:nvPicPr>
        <p:blipFill>
          <a:blip r:embed="rId7"/>
          <a:stretch>
            <a:fillRect/>
          </a:stretch>
        </p:blipFill>
        <p:spPr>
          <a:xfrm>
            <a:off x="433189" y="3232842"/>
            <a:ext cx="255175" cy="255175"/>
          </a:xfrm>
          <a:prstGeom prst="rect">
            <a:avLst/>
          </a:prstGeom>
        </p:spPr>
      </p:pic>
      <p:pic>
        <p:nvPicPr>
          <p:cNvPr id="54" name="図 53">
            <a:extLst>
              <a:ext uri="{FF2B5EF4-FFF2-40B4-BE49-F238E27FC236}">
                <a16:creationId xmlns:a16="http://schemas.microsoft.com/office/drawing/2014/main" id="{829B3B3A-6781-EC82-22F6-D6382BCF2919}"/>
              </a:ext>
            </a:extLst>
          </p:cNvPr>
          <p:cNvPicPr>
            <a:picLocks noChangeAspect="1"/>
          </p:cNvPicPr>
          <p:nvPr/>
        </p:nvPicPr>
        <p:blipFill>
          <a:blip r:embed="rId8"/>
          <a:stretch>
            <a:fillRect/>
          </a:stretch>
        </p:blipFill>
        <p:spPr>
          <a:xfrm>
            <a:off x="170640" y="3617698"/>
            <a:ext cx="388242" cy="388242"/>
          </a:xfrm>
          <a:prstGeom prst="rect">
            <a:avLst/>
          </a:prstGeom>
        </p:spPr>
      </p:pic>
      <p:pic>
        <p:nvPicPr>
          <p:cNvPr id="56" name="図 55" descr="アイコン&#10;&#10;AI によって生成されたコンテンツは間違っている可能性があります。">
            <a:extLst>
              <a:ext uri="{FF2B5EF4-FFF2-40B4-BE49-F238E27FC236}">
                <a16:creationId xmlns:a16="http://schemas.microsoft.com/office/drawing/2014/main" id="{54351DDE-1146-FFFC-38ED-46AA45ED2C3B}"/>
              </a:ext>
            </a:extLst>
          </p:cNvPr>
          <p:cNvPicPr>
            <a:picLocks noChangeAspect="1"/>
          </p:cNvPicPr>
          <p:nvPr/>
        </p:nvPicPr>
        <p:blipFill>
          <a:blip r:embed="rId9"/>
          <a:stretch>
            <a:fillRect/>
          </a:stretch>
        </p:blipFill>
        <p:spPr>
          <a:xfrm>
            <a:off x="173590" y="4112893"/>
            <a:ext cx="383140" cy="383140"/>
          </a:xfrm>
          <a:prstGeom prst="rect">
            <a:avLst/>
          </a:prstGeom>
        </p:spPr>
      </p:pic>
      <p:pic>
        <p:nvPicPr>
          <p:cNvPr id="66" name="図 65">
            <a:extLst>
              <a:ext uri="{FF2B5EF4-FFF2-40B4-BE49-F238E27FC236}">
                <a16:creationId xmlns:a16="http://schemas.microsoft.com/office/drawing/2014/main" id="{053B6BE7-3ABA-E43B-5645-4D3A196AEC8A}"/>
              </a:ext>
            </a:extLst>
          </p:cNvPr>
          <p:cNvPicPr>
            <a:picLocks noChangeAspect="1"/>
          </p:cNvPicPr>
          <p:nvPr/>
        </p:nvPicPr>
        <p:blipFill>
          <a:blip r:embed="rId10"/>
          <a:stretch>
            <a:fillRect/>
          </a:stretch>
        </p:blipFill>
        <p:spPr>
          <a:xfrm>
            <a:off x="170640" y="4607364"/>
            <a:ext cx="383140" cy="383140"/>
          </a:xfrm>
          <a:prstGeom prst="rect">
            <a:avLst/>
          </a:prstGeom>
        </p:spPr>
      </p:pic>
      <p:graphicFrame>
        <p:nvGraphicFramePr>
          <p:cNvPr id="71" name="表 70">
            <a:extLst>
              <a:ext uri="{FF2B5EF4-FFF2-40B4-BE49-F238E27FC236}">
                <a16:creationId xmlns:a16="http://schemas.microsoft.com/office/drawing/2014/main" id="{D6ACEBDA-D386-666B-D1D8-270C3880D1B0}"/>
              </a:ext>
            </a:extLst>
          </p:cNvPr>
          <p:cNvGraphicFramePr>
            <a:graphicFrameLocks noGrp="1"/>
          </p:cNvGraphicFramePr>
          <p:nvPr>
            <p:extLst>
              <p:ext uri="{D42A27DB-BD31-4B8C-83A1-F6EECF244321}">
                <p14:modId xmlns:p14="http://schemas.microsoft.com/office/powerpoint/2010/main" val="3589713911"/>
              </p:ext>
            </p:extLst>
          </p:nvPr>
        </p:nvGraphicFramePr>
        <p:xfrm>
          <a:off x="2643914" y="694654"/>
          <a:ext cx="2591371" cy="4353893"/>
        </p:xfrm>
        <a:graphic>
          <a:graphicData uri="http://schemas.openxmlformats.org/drawingml/2006/table">
            <a:tbl>
              <a:tblPr firstRow="1" bandRow="1">
                <a:tableStyleId>{5C22544A-7EE6-4342-B048-85BDC9FD1C3A}</a:tableStyleId>
              </a:tblPr>
              <a:tblGrid>
                <a:gridCol w="2591371">
                  <a:extLst>
                    <a:ext uri="{9D8B030D-6E8A-4147-A177-3AD203B41FA5}">
                      <a16:colId xmlns:a16="http://schemas.microsoft.com/office/drawing/2014/main" val="2267121152"/>
                    </a:ext>
                  </a:extLst>
                </a:gridCol>
              </a:tblGrid>
              <a:tr h="377621">
                <a:tc>
                  <a:txBody>
                    <a:bodyPr/>
                    <a:lstStyle/>
                    <a:p>
                      <a:pPr algn="ctr"/>
                      <a:r>
                        <a:rPr kumimoji="1" lang="ja-JP" altLang="en-US" dirty="0">
                          <a:latin typeface="Meiryo UI" panose="020B0604030504040204" pitchFamily="50" charset="-128"/>
                          <a:ea typeface="Meiryo UI" panose="020B0604030504040204" pitchFamily="50" charset="-128"/>
                        </a:rPr>
                        <a:t>戦術　</a:t>
                      </a:r>
                      <a:r>
                        <a:rPr kumimoji="1" lang="en-US" altLang="ja-JP" dirty="0">
                          <a:latin typeface="Meiryo UI" panose="020B0604030504040204" pitchFamily="50" charset="-128"/>
                          <a:ea typeface="Meiryo UI" panose="020B0604030504040204" pitchFamily="50" charset="-128"/>
                        </a:rPr>
                        <a:t>【</a:t>
                      </a:r>
                      <a:r>
                        <a:rPr kumimoji="1" lang="ja-JP" altLang="en-US" dirty="0">
                          <a:latin typeface="Meiryo UI" panose="020B0604030504040204" pitchFamily="50" charset="-128"/>
                          <a:ea typeface="Meiryo UI" panose="020B0604030504040204" pitchFamily="50" charset="-128"/>
                        </a:rPr>
                        <a:t>やるべき取り組み</a:t>
                      </a:r>
                      <a:r>
                        <a:rPr kumimoji="1" lang="en-US" altLang="ja-JP" dirty="0">
                          <a:latin typeface="Meiryo UI" panose="020B0604030504040204" pitchFamily="50" charset="-128"/>
                          <a:ea typeface="Meiryo UI" panose="020B0604030504040204" pitchFamily="50" charset="-128"/>
                        </a:rPr>
                        <a:t>】</a:t>
                      </a:r>
                      <a:endParaRPr kumimoji="1" lang="ja-JP" altLang="en-US" dirty="0">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2286788898"/>
                  </a:ext>
                </a:extLst>
              </a:tr>
              <a:tr h="497034">
                <a:tc>
                  <a:txBody>
                    <a:bodyPr/>
                    <a:lstStyle/>
                    <a:p>
                      <a:r>
                        <a:rPr kumimoji="1" lang="ja-JP" altLang="en-US" sz="900" b="1" dirty="0">
                          <a:latin typeface="Meiryo UI" panose="020B0604030504040204" pitchFamily="50" charset="-128"/>
                          <a:ea typeface="Meiryo UI" panose="020B0604030504040204" pitchFamily="50" charset="-128"/>
                        </a:rPr>
                        <a:t>➀高利益率商品・サービスの推進</a:t>
                      </a:r>
                      <a:endParaRPr kumimoji="1" lang="en-US" altLang="ja-JP" sz="900" b="1" dirty="0">
                        <a:latin typeface="Meiryo UI" panose="020B0604030504040204" pitchFamily="50" charset="-128"/>
                        <a:ea typeface="Meiryo UI" panose="020B0604030504040204" pitchFamily="50" charset="-128"/>
                      </a:endParaRPr>
                    </a:p>
                    <a:p>
                      <a:endParaRPr kumimoji="1" lang="en-US" altLang="ja-JP" sz="300" b="1" dirty="0">
                        <a:latin typeface="Meiryo UI" panose="020B0604030504040204" pitchFamily="50" charset="-128"/>
                        <a:ea typeface="Meiryo UI" panose="020B0604030504040204" pitchFamily="50" charset="-128"/>
                      </a:endParaRPr>
                    </a:p>
                    <a:p>
                      <a:pPr algn="ctr"/>
                      <a:r>
                        <a:rPr kumimoji="1" lang="en-US" altLang="ja-JP" sz="900" b="1" dirty="0">
                          <a:solidFill>
                            <a:schemeClr val="bg1"/>
                          </a:solidFill>
                          <a:highlight>
                            <a:srgbClr val="0000FF"/>
                          </a:highlight>
                          <a:latin typeface="Meiryo UI" panose="020B0604030504040204" pitchFamily="50" charset="-128"/>
                          <a:ea typeface="Meiryo UI" panose="020B0604030504040204" pitchFamily="50" charset="-128"/>
                        </a:rPr>
                        <a:t>【 </a:t>
                      </a:r>
                      <a:r>
                        <a:rPr kumimoji="1" lang="ja-JP" altLang="en-US" sz="900" b="1" dirty="0">
                          <a:solidFill>
                            <a:schemeClr val="bg1"/>
                          </a:solidFill>
                          <a:highlight>
                            <a:srgbClr val="0000FF"/>
                          </a:highlight>
                          <a:latin typeface="Meiryo UI" panose="020B0604030504040204" pitchFamily="50" charset="-128"/>
                          <a:ea typeface="Meiryo UI" panose="020B0604030504040204" pitchFamily="50" charset="-128"/>
                        </a:rPr>
                        <a:t>仕事を選んで儲けよう </a:t>
                      </a:r>
                      <a:r>
                        <a:rPr kumimoji="1" lang="en-US" altLang="ja-JP" sz="900" b="1" dirty="0">
                          <a:solidFill>
                            <a:schemeClr val="bg1"/>
                          </a:solidFill>
                          <a:highlight>
                            <a:srgbClr val="0000FF"/>
                          </a:highlight>
                          <a:latin typeface="Meiryo UI" panose="020B0604030504040204" pitchFamily="50" charset="-128"/>
                          <a:ea typeface="Meiryo UI" panose="020B0604030504040204" pitchFamily="50" charset="-128"/>
                        </a:rPr>
                        <a:t>】</a:t>
                      </a:r>
                      <a:endParaRPr kumimoji="1" lang="ja-JP" altLang="en-US" sz="900" b="1" dirty="0">
                        <a:solidFill>
                          <a:schemeClr val="bg1"/>
                        </a:solidFill>
                        <a:highlight>
                          <a:srgbClr val="0000FF"/>
                        </a:highlight>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17567705"/>
                  </a:ext>
                </a:extLst>
              </a:tr>
              <a:tr h="497034">
                <a:tc>
                  <a:txBody>
                    <a:bodyPr/>
                    <a:lstStyle/>
                    <a:p>
                      <a:r>
                        <a:rPr kumimoji="1" lang="ja-JP" altLang="en-US" sz="900" b="1" dirty="0">
                          <a:latin typeface="Meiryo UI" panose="020B0604030504040204" pitchFamily="50" charset="-128"/>
                          <a:ea typeface="Meiryo UI" panose="020B0604030504040204" pitchFamily="50" charset="-128"/>
                        </a:rPr>
                        <a:t>➁営業</a:t>
                      </a:r>
                      <a:r>
                        <a:rPr kumimoji="1" lang="en-US" altLang="ja-JP" sz="900" b="1" dirty="0">
                          <a:latin typeface="Meiryo UI" panose="020B0604030504040204" pitchFamily="50" charset="-128"/>
                          <a:ea typeface="Meiryo UI" panose="020B0604030504040204" pitchFamily="50" charset="-128"/>
                        </a:rPr>
                        <a:t>&amp;</a:t>
                      </a:r>
                      <a:r>
                        <a:rPr kumimoji="1" lang="ja-JP" altLang="en-US" sz="900" b="1" dirty="0">
                          <a:latin typeface="Meiryo UI" panose="020B0604030504040204" pitchFamily="50" charset="-128"/>
                          <a:ea typeface="Meiryo UI" panose="020B0604030504040204" pitchFamily="50" charset="-128"/>
                        </a:rPr>
                        <a:t>技術ガイドライン体系の再構築</a:t>
                      </a:r>
                      <a:endParaRPr kumimoji="1" lang="en-US" altLang="ja-JP" sz="900" b="1" dirty="0">
                        <a:latin typeface="Meiryo UI" panose="020B0604030504040204" pitchFamily="50" charset="-128"/>
                        <a:ea typeface="Meiryo UI" panose="020B0604030504040204" pitchFamily="50" charset="-128"/>
                      </a:endParaRPr>
                    </a:p>
                    <a:p>
                      <a:endParaRPr kumimoji="1" lang="en-US" altLang="ja-JP" sz="300" b="1" dirty="0">
                        <a:latin typeface="Meiryo UI" panose="020B0604030504040204" pitchFamily="50" charset="-128"/>
                        <a:ea typeface="Meiryo UI" panose="020B0604030504040204" pitchFamily="50" charset="-128"/>
                      </a:endParaRPr>
                    </a:p>
                    <a:p>
                      <a:pPr algn="ctr"/>
                      <a:r>
                        <a:rPr kumimoji="1" lang="en-US" altLang="ja-JP" sz="900" b="1" dirty="0">
                          <a:solidFill>
                            <a:schemeClr val="bg1"/>
                          </a:solidFill>
                          <a:highlight>
                            <a:srgbClr val="0000FF"/>
                          </a:highlight>
                          <a:latin typeface="Meiryo UI" panose="020B0604030504040204" pitchFamily="50" charset="-128"/>
                          <a:ea typeface="Meiryo UI" panose="020B0604030504040204" pitchFamily="50" charset="-128"/>
                        </a:rPr>
                        <a:t>【 </a:t>
                      </a:r>
                      <a:r>
                        <a:rPr kumimoji="1" lang="ja-JP" altLang="en-US" sz="900" b="1" dirty="0">
                          <a:solidFill>
                            <a:schemeClr val="bg1"/>
                          </a:solidFill>
                          <a:highlight>
                            <a:srgbClr val="0000FF"/>
                          </a:highlight>
                          <a:latin typeface="Meiryo UI" panose="020B0604030504040204" pitchFamily="50" charset="-128"/>
                          <a:ea typeface="Meiryo UI" panose="020B0604030504040204" pitchFamily="50" charset="-128"/>
                        </a:rPr>
                        <a:t>現場で使いやすいガイドライン </a:t>
                      </a:r>
                      <a:r>
                        <a:rPr kumimoji="1" lang="en-US" altLang="ja-JP" sz="900" b="1" dirty="0">
                          <a:solidFill>
                            <a:schemeClr val="bg1"/>
                          </a:solidFill>
                          <a:highlight>
                            <a:srgbClr val="0000FF"/>
                          </a:highlight>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29987558"/>
                  </a:ext>
                </a:extLst>
              </a:tr>
              <a:tr h="497034">
                <a:tc>
                  <a:txBody>
                    <a:bodyPr/>
                    <a:lstStyle/>
                    <a:p>
                      <a:r>
                        <a:rPr kumimoji="1" lang="ja-JP" altLang="en-US" sz="900" b="1" dirty="0">
                          <a:latin typeface="Meiryo UI" panose="020B0604030504040204" pitchFamily="50" charset="-128"/>
                          <a:ea typeface="Meiryo UI" panose="020B0604030504040204" pitchFamily="50" charset="-128"/>
                        </a:rPr>
                        <a:t>➂社内情報システムの整備と既存業務の</a:t>
                      </a:r>
                      <a:r>
                        <a:rPr kumimoji="1" lang="en-US" altLang="ja-JP" sz="900" b="1" dirty="0">
                          <a:latin typeface="Meiryo UI" panose="020B0604030504040204" pitchFamily="50" charset="-128"/>
                          <a:ea typeface="Meiryo UI" panose="020B0604030504040204" pitchFamily="50" charset="-128"/>
                        </a:rPr>
                        <a:t>DX</a:t>
                      </a:r>
                      <a:r>
                        <a:rPr kumimoji="1" lang="ja-JP" altLang="en-US" sz="900" b="1" dirty="0">
                          <a:latin typeface="Meiryo UI" panose="020B0604030504040204" pitchFamily="50" charset="-128"/>
                          <a:ea typeface="Meiryo UI" panose="020B0604030504040204" pitchFamily="50" charset="-128"/>
                        </a:rPr>
                        <a:t>化</a:t>
                      </a:r>
                      <a:endParaRPr kumimoji="1" lang="en-US" altLang="ja-JP" sz="900" b="1" dirty="0">
                        <a:latin typeface="Meiryo UI" panose="020B0604030504040204" pitchFamily="50" charset="-128"/>
                        <a:ea typeface="Meiryo UI" panose="020B0604030504040204" pitchFamily="50" charset="-128"/>
                      </a:endParaRPr>
                    </a:p>
                    <a:p>
                      <a:endParaRPr kumimoji="1" lang="en-US" altLang="ja-JP" sz="300" b="1" dirty="0">
                        <a:latin typeface="Meiryo UI" panose="020B0604030504040204" pitchFamily="50" charset="-128"/>
                        <a:ea typeface="Meiryo UI" panose="020B0604030504040204" pitchFamily="50" charset="-128"/>
                      </a:endParaRPr>
                    </a:p>
                    <a:p>
                      <a:pPr algn="ctr"/>
                      <a:r>
                        <a:rPr kumimoji="1" lang="en-US" altLang="ja-JP" sz="900" b="1" dirty="0">
                          <a:solidFill>
                            <a:schemeClr val="bg1"/>
                          </a:solidFill>
                          <a:highlight>
                            <a:srgbClr val="0000FF"/>
                          </a:highlight>
                          <a:latin typeface="Meiryo UI" panose="020B0604030504040204" pitchFamily="50" charset="-128"/>
                          <a:ea typeface="Meiryo UI" panose="020B0604030504040204" pitchFamily="50" charset="-128"/>
                        </a:rPr>
                        <a:t>【 </a:t>
                      </a:r>
                      <a:r>
                        <a:rPr kumimoji="1" lang="ja-JP" altLang="en-US" sz="900" b="1" dirty="0">
                          <a:solidFill>
                            <a:schemeClr val="bg1"/>
                          </a:solidFill>
                          <a:highlight>
                            <a:srgbClr val="0000FF"/>
                          </a:highlight>
                          <a:latin typeface="Meiryo UI" panose="020B0604030504040204" pitchFamily="50" charset="-128"/>
                          <a:ea typeface="Meiryo UI" panose="020B0604030504040204" pitchFamily="50" charset="-128"/>
                        </a:rPr>
                        <a:t>アナログ業務のデジタル化 </a:t>
                      </a:r>
                      <a:r>
                        <a:rPr kumimoji="1" lang="en-US" altLang="ja-JP" sz="900" b="1" dirty="0">
                          <a:solidFill>
                            <a:schemeClr val="bg1"/>
                          </a:solidFill>
                          <a:highlight>
                            <a:srgbClr val="0000FF"/>
                          </a:highlight>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05707595"/>
                  </a:ext>
                </a:extLst>
              </a:tr>
              <a:tr h="497034">
                <a:tc>
                  <a:txBody>
                    <a:bodyPr/>
                    <a:lstStyle/>
                    <a:p>
                      <a:r>
                        <a:rPr kumimoji="1" lang="ja-JP" altLang="en-US" sz="900" b="1">
                          <a:latin typeface="Meiryo UI"/>
                          <a:ea typeface="Meiryo UI"/>
                        </a:rPr>
                        <a:t>④</a:t>
                      </a:r>
                      <a:r>
                        <a:rPr lang="ja-JP" altLang="en-US" sz="900" b="1">
                          <a:latin typeface="Meiryo UI"/>
                          <a:ea typeface="Meiryo UI"/>
                        </a:rPr>
                        <a:t>競争優位オリジナル</a:t>
                      </a:r>
                      <a:r>
                        <a:rPr kumimoji="1" lang="ja-JP" altLang="en-US" sz="900" b="1">
                          <a:latin typeface="Meiryo UI"/>
                          <a:ea typeface="Meiryo UI"/>
                        </a:rPr>
                        <a:t>商品</a:t>
                      </a:r>
                      <a:r>
                        <a:rPr lang="ja-JP" altLang="en-US" sz="900" b="1">
                          <a:latin typeface="Meiryo UI"/>
                          <a:ea typeface="Meiryo UI"/>
                        </a:rPr>
                        <a:t>の</a:t>
                      </a:r>
                      <a:r>
                        <a:rPr kumimoji="1" lang="ja-JP" altLang="en-US" sz="900" b="1">
                          <a:latin typeface="Meiryo UI"/>
                          <a:ea typeface="Meiryo UI"/>
                        </a:rPr>
                        <a:t>開発</a:t>
                      </a:r>
                    </a:p>
                    <a:p>
                      <a:endParaRPr kumimoji="1" lang="en-US" altLang="ja-JP" sz="300" b="1" dirty="0">
                        <a:latin typeface="Meiryo UI" panose="020B0604030504040204" pitchFamily="50" charset="-128"/>
                        <a:ea typeface="Meiryo UI" panose="020B0604030504040204" pitchFamily="50" charset="-128"/>
                      </a:endParaRPr>
                    </a:p>
                    <a:p>
                      <a:pPr algn="ctr"/>
                      <a:r>
                        <a:rPr kumimoji="1" lang="en-US" altLang="ja-JP" sz="900" b="1" dirty="0">
                          <a:solidFill>
                            <a:schemeClr val="bg1"/>
                          </a:solidFill>
                          <a:highlight>
                            <a:srgbClr val="0000FF"/>
                          </a:highlight>
                          <a:latin typeface="Meiryo UI"/>
                          <a:ea typeface="Meiryo UI"/>
                        </a:rPr>
                        <a:t>【 </a:t>
                      </a:r>
                      <a:r>
                        <a:rPr kumimoji="1" lang="ja-JP" altLang="en-US" sz="900" b="1">
                          <a:solidFill>
                            <a:schemeClr val="bg1"/>
                          </a:solidFill>
                          <a:highlight>
                            <a:srgbClr val="0000FF"/>
                          </a:highlight>
                          <a:latin typeface="Meiryo UI"/>
                          <a:ea typeface="Meiryo UI"/>
                        </a:rPr>
                        <a:t>オリジナル商品の</a:t>
                      </a:r>
                      <a:r>
                        <a:rPr lang="ja-JP" altLang="en-US" sz="900" b="1">
                          <a:solidFill>
                            <a:schemeClr val="bg1"/>
                          </a:solidFill>
                          <a:highlight>
                            <a:srgbClr val="0000FF"/>
                          </a:highlight>
                          <a:latin typeface="Meiryo UI"/>
                          <a:ea typeface="Meiryo UI"/>
                        </a:rPr>
                        <a:t>差別化</a:t>
                      </a:r>
                      <a:r>
                        <a:rPr kumimoji="1" lang="ja-JP" altLang="en-US" sz="900" b="1">
                          <a:solidFill>
                            <a:schemeClr val="bg1"/>
                          </a:solidFill>
                          <a:highlight>
                            <a:srgbClr val="0000FF"/>
                          </a:highlight>
                          <a:latin typeface="Meiryo UI"/>
                          <a:ea typeface="Meiryo UI"/>
                        </a:rPr>
                        <a:t> </a:t>
                      </a:r>
                      <a:r>
                        <a:rPr kumimoji="1" lang="en-US" altLang="ja-JP" sz="900" b="1" dirty="0">
                          <a:solidFill>
                            <a:schemeClr val="bg1"/>
                          </a:solidFill>
                          <a:highlight>
                            <a:srgbClr val="0000FF"/>
                          </a:highlight>
                          <a:latin typeface="Meiryo UI"/>
                          <a:ea typeface="Meiryo UI"/>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34584758"/>
                  </a:ext>
                </a:extLst>
              </a:tr>
              <a:tr h="497034">
                <a:tc>
                  <a:txBody>
                    <a:bodyPr/>
                    <a:lstStyle/>
                    <a:p>
                      <a:endParaRPr kumimoji="1" lang="en-US" altLang="ja-JP" sz="300" b="1" dirty="0">
                        <a:latin typeface="Meiryo UI" panose="020B0604030504040204" pitchFamily="50" charset="-128"/>
                        <a:ea typeface="Meiryo UI" panose="020B0604030504040204" pitchFamily="50" charset="-128"/>
                      </a:endParaRPr>
                    </a:p>
                    <a:p>
                      <a:pPr algn="ctr"/>
                      <a:r>
                        <a:rPr kumimoji="1" lang="en-US" altLang="ja-JP" sz="900" b="1" dirty="0">
                          <a:solidFill>
                            <a:schemeClr val="bg1"/>
                          </a:solidFill>
                          <a:highlight>
                            <a:srgbClr val="0000FF"/>
                          </a:highlight>
                          <a:latin typeface="Meiryo UI" panose="020B0604030504040204" pitchFamily="50" charset="-128"/>
                          <a:ea typeface="Meiryo UI" panose="020B0604030504040204" pitchFamily="50" charset="-128"/>
                        </a:rPr>
                        <a:t>【 </a:t>
                      </a:r>
                      <a:r>
                        <a:rPr kumimoji="1" lang="ja-JP" altLang="en-US" sz="900" b="1" dirty="0">
                          <a:solidFill>
                            <a:schemeClr val="bg1"/>
                          </a:solidFill>
                          <a:highlight>
                            <a:srgbClr val="0000FF"/>
                          </a:highlight>
                          <a:latin typeface="Meiryo UI" panose="020B0604030504040204" pitchFamily="50" charset="-128"/>
                          <a:ea typeface="Meiryo UI" panose="020B0604030504040204" pitchFamily="50" charset="-128"/>
                        </a:rPr>
                        <a:t>トラップ同定のＡＩ導入 </a:t>
                      </a:r>
                      <a:r>
                        <a:rPr kumimoji="1" lang="en-US" altLang="ja-JP" sz="900" b="1" dirty="0">
                          <a:solidFill>
                            <a:schemeClr val="bg1"/>
                          </a:solidFill>
                          <a:highlight>
                            <a:srgbClr val="0000FF"/>
                          </a:highlight>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3072843"/>
                  </a:ext>
                </a:extLst>
              </a:tr>
              <a:tr h="497034">
                <a:tc>
                  <a:txBody>
                    <a:bodyPr/>
                    <a:lstStyle/>
                    <a:p>
                      <a:r>
                        <a:rPr kumimoji="1" lang="ja-JP" altLang="en-US" sz="900" b="1" dirty="0">
                          <a:latin typeface="Meiryo UI" panose="020B0604030504040204" pitchFamily="50" charset="-128"/>
                          <a:ea typeface="Meiryo UI" panose="020B0604030504040204" pitchFamily="50" charset="-128"/>
                        </a:rPr>
                        <a:t>➄消費者向け市場の拡大推進</a:t>
                      </a:r>
                      <a:endParaRPr kumimoji="1" lang="en-US" altLang="ja-JP" sz="900" b="1" dirty="0">
                        <a:latin typeface="Meiryo UI" panose="020B0604030504040204" pitchFamily="50" charset="-128"/>
                        <a:ea typeface="Meiryo UI" panose="020B0604030504040204" pitchFamily="50" charset="-128"/>
                      </a:endParaRPr>
                    </a:p>
                    <a:p>
                      <a:endParaRPr kumimoji="1" lang="en-US" altLang="ja-JP" sz="300" b="1" dirty="0">
                        <a:latin typeface="Meiryo UI" panose="020B0604030504040204" pitchFamily="50" charset="-128"/>
                        <a:ea typeface="Meiryo UI" panose="020B0604030504040204" pitchFamily="50" charset="-128"/>
                      </a:endParaRPr>
                    </a:p>
                    <a:p>
                      <a:pPr algn="ctr"/>
                      <a:r>
                        <a:rPr kumimoji="1" lang="en-US" altLang="ja-JP" sz="900" b="1" dirty="0">
                          <a:solidFill>
                            <a:schemeClr val="bg1"/>
                          </a:solidFill>
                          <a:highlight>
                            <a:srgbClr val="0000FF"/>
                          </a:highlight>
                          <a:latin typeface="Meiryo UI" panose="020B0604030504040204" pitchFamily="50" charset="-128"/>
                          <a:ea typeface="Meiryo UI" panose="020B0604030504040204" pitchFamily="50" charset="-128"/>
                        </a:rPr>
                        <a:t>【 </a:t>
                      </a:r>
                      <a:r>
                        <a:rPr kumimoji="1" lang="ja-JP" altLang="en-US" sz="900" b="1" dirty="0">
                          <a:solidFill>
                            <a:schemeClr val="bg1"/>
                          </a:solidFill>
                          <a:highlight>
                            <a:srgbClr val="0000FF"/>
                          </a:highlight>
                          <a:latin typeface="Meiryo UI" panose="020B0604030504040204" pitchFamily="50" charset="-128"/>
                          <a:ea typeface="Meiryo UI" panose="020B0604030504040204" pitchFamily="50" charset="-128"/>
                        </a:rPr>
                        <a:t>家庭でもっと選ばれる存在へ </a:t>
                      </a:r>
                      <a:r>
                        <a:rPr kumimoji="1" lang="en-US" altLang="ja-JP" sz="900" b="1" dirty="0">
                          <a:solidFill>
                            <a:schemeClr val="bg1"/>
                          </a:solidFill>
                          <a:highlight>
                            <a:srgbClr val="0000FF"/>
                          </a:highlight>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36492303"/>
                  </a:ext>
                </a:extLst>
              </a:tr>
              <a:tr h="497034">
                <a:tc>
                  <a:txBody>
                    <a:bodyPr/>
                    <a:lstStyle/>
                    <a:p>
                      <a:r>
                        <a:rPr kumimoji="1" lang="ja-JP" altLang="en-US" sz="900" b="1" dirty="0">
                          <a:latin typeface="Meiryo UI" panose="020B0604030504040204" pitchFamily="50" charset="-128"/>
                          <a:ea typeface="Meiryo UI" panose="020B0604030504040204" pitchFamily="50" charset="-128"/>
                        </a:rPr>
                        <a:t>➅役務パートナー拡大に向けた協力体制の強化</a:t>
                      </a:r>
                      <a:endParaRPr kumimoji="1" lang="en-US" altLang="ja-JP" sz="900" b="1" dirty="0">
                        <a:latin typeface="Meiryo UI" panose="020B0604030504040204" pitchFamily="50" charset="-128"/>
                        <a:ea typeface="Meiryo UI" panose="020B0604030504040204" pitchFamily="50" charset="-128"/>
                      </a:endParaRPr>
                    </a:p>
                    <a:p>
                      <a:endParaRPr kumimoji="1" lang="en-US" altLang="ja-JP" sz="300" b="1" dirty="0">
                        <a:latin typeface="Meiryo UI" panose="020B0604030504040204" pitchFamily="50" charset="-128"/>
                        <a:ea typeface="Meiryo UI" panose="020B0604030504040204" pitchFamily="50" charset="-128"/>
                      </a:endParaRPr>
                    </a:p>
                    <a:p>
                      <a:pPr algn="ctr"/>
                      <a:r>
                        <a:rPr kumimoji="1" lang="en-US" altLang="ja-JP" sz="900" b="1" dirty="0">
                          <a:solidFill>
                            <a:schemeClr val="bg1"/>
                          </a:solidFill>
                          <a:highlight>
                            <a:srgbClr val="0000FF"/>
                          </a:highlight>
                          <a:latin typeface="Meiryo UI" panose="020B0604030504040204" pitchFamily="50" charset="-128"/>
                          <a:ea typeface="Meiryo UI" panose="020B0604030504040204" pitchFamily="50" charset="-128"/>
                        </a:rPr>
                        <a:t>【 </a:t>
                      </a:r>
                      <a:r>
                        <a:rPr kumimoji="1" lang="ja-JP" altLang="en-US" sz="900" b="1" dirty="0">
                          <a:solidFill>
                            <a:schemeClr val="bg1"/>
                          </a:solidFill>
                          <a:highlight>
                            <a:srgbClr val="0000FF"/>
                          </a:highlight>
                          <a:latin typeface="Meiryo UI" panose="020B0604030504040204" pitchFamily="50" charset="-128"/>
                          <a:ea typeface="Meiryo UI" panose="020B0604030504040204" pitchFamily="50" charset="-128"/>
                        </a:rPr>
                        <a:t>イカリパートナーと</a:t>
                      </a:r>
                      <a:r>
                        <a:rPr kumimoji="1" lang="en-US" altLang="ja-JP" sz="900" b="1" dirty="0">
                          <a:solidFill>
                            <a:schemeClr val="bg1"/>
                          </a:solidFill>
                          <a:highlight>
                            <a:srgbClr val="0000FF"/>
                          </a:highlight>
                          <a:latin typeface="Meiryo UI" panose="020B0604030504040204" pitchFamily="50" charset="-128"/>
                          <a:ea typeface="Meiryo UI" panose="020B0604030504040204" pitchFamily="50" charset="-128"/>
                        </a:rPr>
                        <a:t>WINWIN</a:t>
                      </a:r>
                      <a:r>
                        <a:rPr kumimoji="1" lang="ja-JP" altLang="en-US" sz="900" b="1" dirty="0">
                          <a:solidFill>
                            <a:schemeClr val="bg1"/>
                          </a:solidFill>
                          <a:highlight>
                            <a:srgbClr val="0000FF"/>
                          </a:highlight>
                          <a:latin typeface="Meiryo UI" panose="020B0604030504040204" pitchFamily="50" charset="-128"/>
                          <a:ea typeface="Meiryo UI" panose="020B0604030504040204" pitchFamily="50" charset="-128"/>
                        </a:rPr>
                        <a:t>で儲けよう </a:t>
                      </a:r>
                      <a:r>
                        <a:rPr kumimoji="1" lang="en-US" altLang="ja-JP" sz="900" b="1" dirty="0">
                          <a:solidFill>
                            <a:schemeClr val="bg1"/>
                          </a:solidFill>
                          <a:highlight>
                            <a:srgbClr val="0000FF"/>
                          </a:highlight>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5702484"/>
                  </a:ext>
                </a:extLst>
              </a:tr>
              <a:tr h="497034">
                <a:tc>
                  <a:txBody>
                    <a:bodyPr/>
                    <a:lstStyle/>
                    <a:p>
                      <a:r>
                        <a:rPr kumimoji="1" lang="ja-JP" altLang="en-US" sz="900" b="1" dirty="0">
                          <a:latin typeface="Meiryo UI" panose="020B0604030504040204" pitchFamily="50" charset="-128"/>
                          <a:ea typeface="Meiryo UI" panose="020B0604030504040204" pitchFamily="50" charset="-128"/>
                        </a:rPr>
                        <a:t>➆人材定着</a:t>
                      </a:r>
                      <a:r>
                        <a:rPr kumimoji="1" lang="en-US" altLang="ja-JP" sz="900" b="1" dirty="0">
                          <a:latin typeface="Meiryo UI" panose="020B0604030504040204" pitchFamily="50" charset="-128"/>
                          <a:ea typeface="Meiryo UI" panose="020B0604030504040204" pitchFamily="50" charset="-128"/>
                        </a:rPr>
                        <a:t>&amp;</a:t>
                      </a:r>
                      <a:r>
                        <a:rPr kumimoji="1" lang="ja-JP" altLang="en-US" sz="900" b="1" dirty="0">
                          <a:latin typeface="Meiryo UI" panose="020B0604030504040204" pitchFamily="50" charset="-128"/>
                          <a:ea typeface="Meiryo UI" panose="020B0604030504040204" pitchFamily="50" charset="-128"/>
                        </a:rPr>
                        <a:t>育成施策のバージョンアップ</a:t>
                      </a:r>
                      <a:endParaRPr kumimoji="1" lang="en-US" altLang="ja-JP" sz="900" b="1" dirty="0">
                        <a:latin typeface="Meiryo UI" panose="020B0604030504040204" pitchFamily="50" charset="-128"/>
                        <a:ea typeface="Meiryo UI" panose="020B0604030504040204" pitchFamily="50" charset="-128"/>
                      </a:endParaRPr>
                    </a:p>
                    <a:p>
                      <a:endParaRPr kumimoji="1" lang="en-US" altLang="ja-JP" sz="300" b="1" dirty="0">
                        <a:latin typeface="Meiryo UI" panose="020B0604030504040204" pitchFamily="50" charset="-128"/>
                        <a:ea typeface="Meiryo UI" panose="020B0604030504040204" pitchFamily="50" charset="-128"/>
                      </a:endParaRPr>
                    </a:p>
                    <a:p>
                      <a:pPr algn="ctr"/>
                      <a:r>
                        <a:rPr kumimoji="1" lang="en-US" altLang="ja-JP" sz="900" b="1" dirty="0">
                          <a:solidFill>
                            <a:schemeClr val="bg1"/>
                          </a:solidFill>
                          <a:highlight>
                            <a:srgbClr val="0000FF"/>
                          </a:highlight>
                          <a:latin typeface="Meiryo UI" panose="020B0604030504040204" pitchFamily="50" charset="-128"/>
                          <a:ea typeface="Meiryo UI" panose="020B0604030504040204" pitchFamily="50" charset="-128"/>
                        </a:rPr>
                        <a:t>【 </a:t>
                      </a:r>
                      <a:r>
                        <a:rPr kumimoji="1" lang="ja-JP" altLang="en-US" sz="900" b="1" dirty="0">
                          <a:solidFill>
                            <a:schemeClr val="bg1"/>
                          </a:solidFill>
                          <a:highlight>
                            <a:srgbClr val="0000FF"/>
                          </a:highlight>
                          <a:latin typeface="Meiryo UI" panose="020B0604030504040204" pitchFamily="50" charset="-128"/>
                          <a:ea typeface="Meiryo UI" panose="020B0604030504040204" pitchFamily="50" charset="-128"/>
                        </a:rPr>
                        <a:t>人の成長なくして会社の成長なし </a:t>
                      </a:r>
                      <a:r>
                        <a:rPr kumimoji="1" lang="en-US" altLang="ja-JP" sz="900" b="1" dirty="0">
                          <a:solidFill>
                            <a:schemeClr val="bg1"/>
                          </a:solidFill>
                          <a:highlight>
                            <a:srgbClr val="0000FF"/>
                          </a:highlight>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1078749"/>
                  </a:ext>
                </a:extLst>
              </a:tr>
            </a:tbl>
          </a:graphicData>
        </a:graphic>
      </p:graphicFrame>
      <p:graphicFrame>
        <p:nvGraphicFramePr>
          <p:cNvPr id="73" name="表 72">
            <a:extLst>
              <a:ext uri="{FF2B5EF4-FFF2-40B4-BE49-F238E27FC236}">
                <a16:creationId xmlns:a16="http://schemas.microsoft.com/office/drawing/2014/main" id="{4896B902-2594-60DE-40CC-1676838330C6}"/>
              </a:ext>
            </a:extLst>
          </p:cNvPr>
          <p:cNvGraphicFramePr>
            <a:graphicFrameLocks noGrp="1"/>
          </p:cNvGraphicFramePr>
          <p:nvPr>
            <p:extLst>
              <p:ext uri="{D42A27DB-BD31-4B8C-83A1-F6EECF244321}">
                <p14:modId xmlns:p14="http://schemas.microsoft.com/office/powerpoint/2010/main" val="255944277"/>
              </p:ext>
            </p:extLst>
          </p:nvPr>
        </p:nvGraphicFramePr>
        <p:xfrm>
          <a:off x="5291567" y="695022"/>
          <a:ext cx="3790270" cy="4353893"/>
        </p:xfrm>
        <a:graphic>
          <a:graphicData uri="http://schemas.openxmlformats.org/drawingml/2006/table">
            <a:tbl>
              <a:tblPr firstRow="1" bandRow="1">
                <a:tableStyleId>{5C22544A-7EE6-4342-B048-85BDC9FD1C3A}</a:tableStyleId>
              </a:tblPr>
              <a:tblGrid>
                <a:gridCol w="511109">
                  <a:extLst>
                    <a:ext uri="{9D8B030D-6E8A-4147-A177-3AD203B41FA5}">
                      <a16:colId xmlns:a16="http://schemas.microsoft.com/office/drawing/2014/main" val="2267121152"/>
                    </a:ext>
                  </a:extLst>
                </a:gridCol>
                <a:gridCol w="3279161">
                  <a:extLst>
                    <a:ext uri="{9D8B030D-6E8A-4147-A177-3AD203B41FA5}">
                      <a16:colId xmlns:a16="http://schemas.microsoft.com/office/drawing/2014/main" val="2993708991"/>
                    </a:ext>
                  </a:extLst>
                </a:gridCol>
              </a:tblGrid>
              <a:tr h="377621">
                <a:tc gridSpan="2">
                  <a:txBody>
                    <a:bodyPr/>
                    <a:lstStyle/>
                    <a:p>
                      <a:pPr algn="ctr"/>
                      <a:r>
                        <a:rPr kumimoji="1" lang="ja-JP" altLang="en-US" dirty="0">
                          <a:latin typeface="Meiryo UI" panose="020B0604030504040204" pitchFamily="50" charset="-128"/>
                          <a:ea typeface="Meiryo UI" panose="020B0604030504040204" pitchFamily="50" charset="-128"/>
                        </a:rPr>
                        <a:t>ゴール　</a:t>
                      </a:r>
                      <a:r>
                        <a:rPr kumimoji="1" lang="en-US" altLang="ja-JP" dirty="0">
                          <a:latin typeface="Meiryo UI" panose="020B0604030504040204" pitchFamily="50" charset="-128"/>
                          <a:ea typeface="Meiryo UI" panose="020B0604030504040204" pitchFamily="50" charset="-128"/>
                        </a:rPr>
                        <a:t>2030</a:t>
                      </a:r>
                      <a:r>
                        <a:rPr kumimoji="1" lang="ja-JP" altLang="en-US" dirty="0">
                          <a:latin typeface="Meiryo UI" panose="020B0604030504040204" pitchFamily="50" charset="-128"/>
                          <a:ea typeface="Meiryo UI" panose="020B0604030504040204" pitchFamily="50" charset="-128"/>
                        </a:rPr>
                        <a:t>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hMerge="1">
                  <a:txBody>
                    <a:bodyPr/>
                    <a:lstStyle/>
                    <a:p>
                      <a:endParaRPr kumimoji="1" lang="ja-JP" altLang="en-US" dirty="0"/>
                    </a:p>
                  </a:txBody>
                  <a:tcPr/>
                </a:tc>
                <a:extLst>
                  <a:ext uri="{0D108BD9-81ED-4DB2-BD59-A6C34878D82A}">
                    <a16:rowId xmlns:a16="http://schemas.microsoft.com/office/drawing/2014/main" val="2286788898"/>
                  </a:ext>
                </a:extLst>
              </a:tr>
              <a:tr h="497034">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900" b="1" dirty="0">
                          <a:latin typeface="Meiryo UI" panose="020B0604030504040204" pitchFamily="50" charset="-128"/>
                          <a:ea typeface="Meiryo UI" panose="020B0604030504040204" pitchFamily="50" charset="-128"/>
                        </a:rPr>
                        <a:t>　　■営業所単位で、あるべき 「</a:t>
                      </a:r>
                      <a:r>
                        <a:rPr kumimoji="1" lang="ja-JP" altLang="en-US" sz="900" b="1" dirty="0">
                          <a:solidFill>
                            <a:srgbClr val="FF0000"/>
                          </a:solidFill>
                          <a:latin typeface="Meiryo UI" panose="020B0604030504040204" pitchFamily="50" charset="-128"/>
                          <a:ea typeface="Meiryo UI" panose="020B0604030504040204" pitchFamily="50" charset="-128"/>
                        </a:rPr>
                        <a:t>売上・利益構成</a:t>
                      </a:r>
                      <a:r>
                        <a:rPr kumimoji="1" lang="ja-JP" altLang="en-US" sz="900" b="1" dirty="0">
                          <a:latin typeface="Meiryo UI" panose="020B0604030504040204" pitchFamily="50" charset="-128"/>
                          <a:ea typeface="Meiryo UI" panose="020B0604030504040204" pitchFamily="50" charset="-128"/>
                        </a:rPr>
                        <a:t>」 を具現化</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17567705"/>
                  </a:ext>
                </a:extLst>
              </a:tr>
              <a:tr h="497034">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900" b="1" dirty="0">
                          <a:latin typeface="Meiryo UI" panose="020B0604030504040204" pitchFamily="50" charset="-128"/>
                          <a:ea typeface="Meiryo UI" panose="020B0604030504040204" pitchFamily="50" charset="-128"/>
                        </a:rPr>
                        <a:t>　　■「</a:t>
                      </a:r>
                      <a:r>
                        <a:rPr kumimoji="1" lang="ja-JP" altLang="en-US" sz="900" b="1" dirty="0">
                          <a:solidFill>
                            <a:srgbClr val="FF0000"/>
                          </a:solidFill>
                          <a:latin typeface="Meiryo UI" panose="020B0604030504040204" pitchFamily="50" charset="-128"/>
                          <a:ea typeface="Meiryo UI" panose="020B0604030504040204" pitchFamily="50" charset="-128"/>
                        </a:rPr>
                        <a:t>設計ガイドライン</a:t>
                      </a:r>
                      <a:r>
                        <a:rPr kumimoji="1" lang="ja-JP" altLang="en-US" sz="900" b="1" dirty="0">
                          <a:latin typeface="Meiryo UI" panose="020B0604030504040204" pitchFamily="50" charset="-128"/>
                          <a:ea typeface="Meiryo UI" panose="020B0604030504040204" pitchFamily="50" charset="-128"/>
                        </a:rPr>
                        <a:t>」と「</a:t>
                      </a:r>
                      <a:r>
                        <a:rPr kumimoji="1" lang="ja-JP" altLang="en-US" sz="900" b="1" dirty="0">
                          <a:solidFill>
                            <a:srgbClr val="FF0000"/>
                          </a:solidFill>
                          <a:latin typeface="Meiryo UI" panose="020B0604030504040204" pitchFamily="50" charset="-128"/>
                          <a:ea typeface="Meiryo UI" panose="020B0604030504040204" pitchFamily="50" charset="-128"/>
                        </a:rPr>
                        <a:t>サービスガイドライン</a:t>
                      </a:r>
                      <a:r>
                        <a:rPr kumimoji="1" lang="ja-JP" altLang="en-US" sz="900" b="1" dirty="0">
                          <a:latin typeface="Meiryo UI" panose="020B0604030504040204" pitchFamily="50" charset="-128"/>
                          <a:ea typeface="Meiryo UI" panose="020B0604030504040204" pitchFamily="50" charset="-128"/>
                        </a:rPr>
                        <a:t>」 にリニューアル</a:t>
                      </a:r>
                    </a:p>
                  </a:txBody>
                  <a:tcPr anchor="ctr">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29987558"/>
                  </a:ext>
                </a:extLst>
              </a:tr>
              <a:tr h="497034">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900" b="1" dirty="0">
                          <a:latin typeface="Meiryo UI" panose="020B0604030504040204" pitchFamily="50" charset="-128"/>
                          <a:ea typeface="Meiryo UI" panose="020B0604030504040204" pitchFamily="50" charset="-128"/>
                        </a:rPr>
                        <a:t>　　■全体最適化で本来の業務に集中できる</a:t>
                      </a:r>
                      <a:r>
                        <a:rPr kumimoji="1" lang="ja-JP" altLang="en-US" sz="900" b="1" dirty="0">
                          <a:solidFill>
                            <a:srgbClr val="FF0000"/>
                          </a:solidFill>
                          <a:latin typeface="Meiryo UI" panose="020B0604030504040204" pitchFamily="50" charset="-128"/>
                          <a:ea typeface="Meiryo UI" panose="020B0604030504040204" pitchFamily="50" charset="-128"/>
                        </a:rPr>
                        <a:t>環境・業務整備</a:t>
                      </a:r>
                      <a:endParaRPr kumimoji="1" lang="en-US" altLang="ja-JP" sz="800" b="0" dirty="0">
                        <a:latin typeface="Meiryo UI" panose="020B0604030504040204" pitchFamily="50" charset="-128"/>
                        <a:ea typeface="Meiryo UI" panose="020B0604030504040204" pitchFamily="50" charset="-128"/>
                      </a:endParaRPr>
                    </a:p>
                  </a:txBody>
                  <a:tcPr anchor="ctr">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05707595"/>
                  </a:ext>
                </a:extLst>
              </a:tr>
              <a:tr h="497034">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900" b="1" dirty="0">
                          <a:latin typeface="Meiryo UI" panose="020B0604030504040204" pitchFamily="50" charset="-128"/>
                          <a:ea typeface="Meiryo UI" panose="020B0604030504040204" pitchFamily="50" charset="-128"/>
                        </a:rPr>
                        <a:t>　　■</a:t>
                      </a:r>
                      <a:r>
                        <a:rPr lang="ja-JP" altLang="en-US" sz="900" b="1" dirty="0">
                          <a:ea typeface="Meiryo UI" panose="020B0604030504040204" pitchFamily="50" charset="-128"/>
                          <a:cs typeface="Times New Roman" panose="02020603050405020304" pitchFamily="18" charset="0"/>
                        </a:rPr>
                        <a:t>競争優位性・付加価値の高いオリジナル商品の開発・上市</a:t>
                      </a:r>
                      <a:endParaRPr kumimoji="1" lang="ja-JP" altLang="en-US" sz="900" b="1" dirty="0">
                        <a:latin typeface="Meiryo UI" panose="020B0604030504040204" pitchFamily="50" charset="-128"/>
                        <a:ea typeface="Meiryo UI" panose="020B0604030504040204" pitchFamily="50" charset="-128"/>
                      </a:endParaRPr>
                    </a:p>
                  </a:txBody>
                  <a:tcPr anchor="ctr">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34584758"/>
                  </a:ext>
                </a:extLst>
              </a:tr>
              <a:tr h="497034">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900" b="1" dirty="0">
                          <a:latin typeface="Meiryo UI" panose="020B0604030504040204" pitchFamily="50" charset="-128"/>
                          <a:ea typeface="Meiryo UI" panose="020B0604030504040204" pitchFamily="50" charset="-128"/>
                        </a:rPr>
                        <a:t>　　■</a:t>
                      </a:r>
                      <a:r>
                        <a:rPr lang="ja-JP" altLang="en-US" sz="900" b="1" dirty="0">
                          <a:latin typeface="Meiryo UI" panose="020B0604030504040204" pitchFamily="50" charset="-128"/>
                          <a:ea typeface="Meiryo UI" panose="020B0604030504040204" pitchFamily="50" charset="-128"/>
                        </a:rPr>
                        <a:t>東西センター</a:t>
                      </a:r>
                      <a:r>
                        <a:rPr lang="en-US" altLang="ja-JP" sz="900" b="1" dirty="0">
                          <a:solidFill>
                            <a:srgbClr val="FF0000"/>
                          </a:solidFill>
                          <a:latin typeface="Meiryo UI" panose="020B0604030504040204" pitchFamily="50" charset="-128"/>
                          <a:ea typeface="Meiryo UI" panose="020B0604030504040204" pitchFamily="50" charset="-128"/>
                        </a:rPr>
                        <a:t>100</a:t>
                      </a:r>
                      <a:r>
                        <a:rPr lang="ja-JP" altLang="en-US" sz="900" b="1" dirty="0">
                          <a:solidFill>
                            <a:srgbClr val="FF0000"/>
                          </a:solidFill>
                          <a:latin typeface="Meiryo UI" panose="020B0604030504040204" pitchFamily="50" charset="-128"/>
                          <a:ea typeface="Meiryo UI" panose="020B0604030504040204" pitchFamily="50" charset="-128"/>
                        </a:rPr>
                        <a:t>名＋</a:t>
                      </a:r>
                      <a:r>
                        <a:rPr lang="en-US" altLang="ja-JP" sz="900" b="1" dirty="0">
                          <a:solidFill>
                            <a:srgbClr val="FF0000"/>
                          </a:solidFill>
                          <a:latin typeface="Meiryo UI" panose="020B0604030504040204" pitchFamily="50" charset="-128"/>
                          <a:ea typeface="Meiryo UI" panose="020B0604030504040204" pitchFamily="50" charset="-128"/>
                        </a:rPr>
                        <a:t>AI</a:t>
                      </a:r>
                      <a:r>
                        <a:rPr lang="ja-JP" altLang="en-US" sz="900" b="1" dirty="0">
                          <a:solidFill>
                            <a:srgbClr val="FF0000"/>
                          </a:solidFill>
                          <a:latin typeface="Meiryo UI" panose="020B0604030504040204" pitchFamily="50" charset="-128"/>
                          <a:ea typeface="Meiryo UI" panose="020B0604030504040204" pitchFamily="50" charset="-128"/>
                        </a:rPr>
                        <a:t>オートメーションシステム</a:t>
                      </a:r>
                      <a:r>
                        <a:rPr lang="ja-JP" altLang="en-US" sz="900" b="1" dirty="0">
                          <a:latin typeface="Meiryo UI" panose="020B0604030504040204" pitchFamily="50" charset="-128"/>
                          <a:ea typeface="Meiryo UI" panose="020B0604030504040204" pitchFamily="50" charset="-128"/>
                        </a:rPr>
                        <a:t>運用実現</a:t>
                      </a:r>
                      <a:endParaRPr lang="en-US" altLang="ja-JP" sz="900" b="1" dirty="0">
                        <a:latin typeface="Meiryo UI" panose="020B0604030504040204" pitchFamily="50" charset="-128"/>
                        <a:ea typeface="Meiryo UI" panose="020B0604030504040204" pitchFamily="50" charset="-128"/>
                      </a:endParaRPr>
                    </a:p>
                    <a:p>
                      <a:endParaRPr lang="en-US" altLang="ja-JP" sz="300" b="1" dirty="0">
                        <a:latin typeface="Meiryo UI" panose="020B0604030504040204" pitchFamily="50" charset="-128"/>
                        <a:ea typeface="Meiryo UI" panose="020B0604030504040204" pitchFamily="50" charset="-128"/>
                      </a:endParaRPr>
                    </a:p>
                    <a:p>
                      <a:r>
                        <a:rPr kumimoji="1" lang="ja-JP" altLang="en-US" sz="900" b="1" dirty="0">
                          <a:latin typeface="Meiryo UI" panose="020B0604030504040204" pitchFamily="50" charset="-128"/>
                          <a:ea typeface="Meiryo UI" panose="020B0604030504040204" pitchFamily="50" charset="-128"/>
                        </a:rPr>
                        <a:t>　　■</a:t>
                      </a:r>
                      <a:r>
                        <a:rPr lang="ja-JP" altLang="en-US" sz="900" b="1" dirty="0">
                          <a:solidFill>
                            <a:srgbClr val="FF0000"/>
                          </a:solidFill>
                          <a:latin typeface="Meiryo UI" panose="020B0604030504040204" pitchFamily="50" charset="-128"/>
                          <a:ea typeface="Meiryo UI" panose="020B0604030504040204" pitchFamily="50" charset="-128"/>
                        </a:rPr>
                        <a:t>スマート防虫への</a:t>
                      </a:r>
                      <a:r>
                        <a:rPr lang="en-US" altLang="ja-JP" sz="900" b="1" dirty="0">
                          <a:solidFill>
                            <a:srgbClr val="FF0000"/>
                          </a:solidFill>
                          <a:latin typeface="Meiryo UI" panose="020B0604030504040204" pitchFamily="50" charset="-128"/>
                          <a:ea typeface="Meiryo UI" panose="020B0604030504040204" pitchFamily="50" charset="-128"/>
                        </a:rPr>
                        <a:t>AI</a:t>
                      </a:r>
                      <a:r>
                        <a:rPr lang="ja-JP" altLang="en-US" sz="900" b="1" dirty="0">
                          <a:solidFill>
                            <a:srgbClr val="FF0000"/>
                          </a:solidFill>
                          <a:latin typeface="Meiryo UI" panose="020B0604030504040204" pitchFamily="50" charset="-128"/>
                          <a:ea typeface="Meiryo UI" panose="020B0604030504040204" pitchFamily="50" charset="-128"/>
                        </a:rPr>
                        <a:t>機能</a:t>
                      </a:r>
                      <a:r>
                        <a:rPr lang="ja-JP" altLang="en-US" sz="900" b="1" dirty="0"/>
                        <a:t>導入</a:t>
                      </a:r>
                      <a:endParaRPr kumimoji="1" lang="ja-JP" altLang="en-US" sz="900" b="1" dirty="0">
                        <a:latin typeface="Meiryo UI" panose="020B0604030504040204" pitchFamily="50" charset="-128"/>
                        <a:ea typeface="Meiryo UI" panose="020B0604030504040204" pitchFamily="50" charset="-128"/>
                      </a:endParaRPr>
                    </a:p>
                  </a:txBody>
                  <a:tcPr anchor="ctr">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3072843"/>
                  </a:ext>
                </a:extLst>
              </a:tr>
              <a:tr h="497034">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900" b="1" dirty="0">
                          <a:latin typeface="Meiryo UI" panose="020B0604030504040204" pitchFamily="50" charset="-128"/>
                          <a:ea typeface="Meiryo UI" panose="020B0604030504040204" pitchFamily="50" charset="-128"/>
                        </a:rPr>
                        <a:t>　　■</a:t>
                      </a:r>
                      <a:r>
                        <a:rPr kumimoji="1" lang="en-US" altLang="ja-JP" sz="900" b="1" dirty="0" err="1">
                          <a:latin typeface="Meiryo UI" panose="020B0604030504040204" pitchFamily="50" charset="-128"/>
                          <a:ea typeface="Meiryo UI" panose="020B0604030504040204" pitchFamily="50" charset="-128"/>
                        </a:rPr>
                        <a:t>BtoC</a:t>
                      </a:r>
                      <a:r>
                        <a:rPr kumimoji="1" lang="ja-JP" altLang="en-US" sz="900" b="1" dirty="0">
                          <a:latin typeface="Meiryo UI" panose="020B0604030504040204" pitchFamily="50" charset="-128"/>
                          <a:ea typeface="Meiryo UI" panose="020B0604030504040204" pitchFamily="50" charset="-128"/>
                        </a:rPr>
                        <a:t>事業へ商品</a:t>
                      </a:r>
                      <a:r>
                        <a:rPr lang="ja-JP" altLang="en-US" sz="900" b="1" dirty="0">
                          <a:solidFill>
                            <a:srgbClr val="FF0000"/>
                          </a:solidFill>
                          <a:latin typeface="Meiryo UI" panose="020B0604030504040204" pitchFamily="50" charset="-128"/>
                          <a:ea typeface="Meiryo UI" panose="020B0604030504040204" pitchFamily="50" charset="-128"/>
                        </a:rPr>
                        <a:t>（</a:t>
                      </a:r>
                      <a:r>
                        <a:rPr kumimoji="1" lang="ja-JP" altLang="en-US" sz="900" b="1" dirty="0">
                          <a:solidFill>
                            <a:srgbClr val="FF0000"/>
                          </a:solidFill>
                          <a:latin typeface="Meiryo UI" panose="020B0604030504040204" pitchFamily="50" charset="-128"/>
                          <a:ea typeface="Meiryo UI" panose="020B0604030504040204" pitchFamily="50" charset="-128"/>
                        </a:rPr>
                        <a:t>殺虫剤以外に注力）</a:t>
                      </a:r>
                      <a:r>
                        <a:rPr lang="ja-JP" altLang="en-US" sz="900" b="1" dirty="0">
                          <a:latin typeface="Meiryo UI" panose="020B0604030504040204" pitchFamily="50" charset="-128"/>
                          <a:ea typeface="Meiryo UI" panose="020B0604030504040204" pitchFamily="50" charset="-128"/>
                        </a:rPr>
                        <a:t>販売拡大</a:t>
                      </a:r>
                      <a:endParaRPr lang="en-US" altLang="ja-JP" sz="900" b="1" dirty="0">
                        <a:latin typeface="Meiryo UI" panose="020B0604030504040204" pitchFamily="50" charset="-128"/>
                        <a:ea typeface="Meiryo UI" panose="020B0604030504040204" pitchFamily="50" charset="-128"/>
                      </a:endParaRPr>
                    </a:p>
                    <a:p>
                      <a:endParaRPr kumimoji="1" lang="en-US" altLang="ja-JP" sz="300" b="1" dirty="0">
                        <a:latin typeface="Meiryo UI" panose="020B0604030504040204" pitchFamily="50" charset="-128"/>
                        <a:ea typeface="Meiryo UI" panose="020B0604030504040204" pitchFamily="50" charset="-128"/>
                      </a:endParaRPr>
                    </a:p>
                    <a:p>
                      <a:r>
                        <a:rPr kumimoji="1" lang="ja-JP" altLang="en-US" sz="900" b="1" dirty="0">
                          <a:latin typeface="Meiryo UI" panose="020B0604030504040204" pitchFamily="50" charset="-128"/>
                          <a:ea typeface="Meiryo UI" panose="020B0604030504040204" pitchFamily="50" charset="-128"/>
                        </a:rPr>
                        <a:t>　　■</a:t>
                      </a:r>
                      <a:r>
                        <a:rPr kumimoji="1" lang="ja-JP" altLang="en-US" sz="900" b="1" dirty="0">
                          <a:solidFill>
                            <a:srgbClr val="FF0000"/>
                          </a:solidFill>
                          <a:latin typeface="Meiryo UI" panose="020B0604030504040204" pitchFamily="50" charset="-128"/>
                          <a:ea typeface="Meiryo UI" panose="020B0604030504040204" pitchFamily="50" charset="-128"/>
                        </a:rPr>
                        <a:t>シロアリ業務</a:t>
                      </a:r>
                      <a:r>
                        <a:rPr kumimoji="1" lang="ja-JP" altLang="en-US" sz="900" b="1" dirty="0">
                          <a:latin typeface="Meiryo UI" panose="020B0604030504040204" pitchFamily="50" charset="-128"/>
                          <a:ea typeface="Meiryo UI" panose="020B0604030504040204" pitchFamily="50" charset="-128"/>
                        </a:rPr>
                        <a:t>の売上拡大</a:t>
                      </a:r>
                    </a:p>
                  </a:txBody>
                  <a:tcPr anchor="ctr">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36492303"/>
                  </a:ext>
                </a:extLst>
              </a:tr>
              <a:tr h="497034">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900" b="1" dirty="0">
                          <a:latin typeface="Meiryo UI" panose="020B0604030504040204" pitchFamily="50" charset="-128"/>
                          <a:ea typeface="Meiryo UI" panose="020B0604030504040204" pitchFamily="50" charset="-128"/>
                        </a:rPr>
                        <a:t>　　■</a:t>
                      </a:r>
                      <a:r>
                        <a:rPr lang="ja-JP" altLang="en-US" sz="900" b="1" dirty="0">
                          <a:solidFill>
                            <a:schemeClr val="tx1"/>
                          </a:solidFill>
                          <a:latin typeface="Meiryo UI" panose="020B0604030504040204" pitchFamily="50" charset="-128"/>
                          <a:ea typeface="Meiryo UI" panose="020B0604030504040204" pitchFamily="50" charset="-128"/>
                        </a:rPr>
                        <a:t>工事受注</a:t>
                      </a:r>
                      <a:r>
                        <a:rPr lang="ja-JP" altLang="en-US" sz="900" b="1" dirty="0">
                          <a:latin typeface="Meiryo UI" panose="020B0604030504040204" pitchFamily="50" charset="-128"/>
                          <a:ea typeface="Meiryo UI" panose="020B0604030504040204" pitchFamily="50" charset="-128"/>
                        </a:rPr>
                        <a:t>体制の強化 「</a:t>
                      </a:r>
                      <a:r>
                        <a:rPr lang="ja-JP" altLang="en-US" sz="900" b="1" dirty="0">
                          <a:solidFill>
                            <a:srgbClr val="FF0000"/>
                          </a:solidFill>
                          <a:latin typeface="Meiryo UI" panose="020B0604030504040204" pitchFamily="50" charset="-128"/>
                          <a:ea typeface="Meiryo UI" panose="020B0604030504040204" pitchFamily="50" charset="-128"/>
                        </a:rPr>
                        <a:t>特定建設業許可</a:t>
                      </a:r>
                      <a:r>
                        <a:rPr lang="ja-JP" altLang="en-US" sz="900" b="1" dirty="0">
                          <a:latin typeface="Meiryo UI" panose="020B0604030504040204" pitchFamily="50" charset="-128"/>
                          <a:ea typeface="Meiryo UI" panose="020B0604030504040204" pitchFamily="50" charset="-128"/>
                        </a:rPr>
                        <a:t>の取得」</a:t>
                      </a:r>
                      <a:endParaRPr lang="en-US" altLang="ja-JP" sz="900" b="1" dirty="0">
                        <a:latin typeface="Meiryo UI" panose="020B0604030504040204" pitchFamily="50" charset="-128"/>
                        <a:ea typeface="Meiryo UI" panose="020B0604030504040204" pitchFamily="50" charset="-128"/>
                      </a:endParaRPr>
                    </a:p>
                    <a:p>
                      <a:endParaRPr kumimoji="1" lang="en-US" altLang="ja-JP" sz="300" b="1" dirty="0">
                        <a:latin typeface="Meiryo UI" panose="020B0604030504040204" pitchFamily="50" charset="-128"/>
                        <a:ea typeface="Meiryo UI" panose="020B0604030504040204" pitchFamily="50" charset="-128"/>
                      </a:endParaRPr>
                    </a:p>
                    <a:p>
                      <a:r>
                        <a:rPr kumimoji="1" lang="ja-JP" altLang="en-US" sz="900" b="1" dirty="0">
                          <a:latin typeface="Meiryo UI" panose="020B0604030504040204" pitchFamily="50" charset="-128"/>
                          <a:ea typeface="Meiryo UI" panose="020B0604030504040204" pitchFamily="50" charset="-128"/>
                        </a:rPr>
                        <a:t>　　■</a:t>
                      </a:r>
                      <a:r>
                        <a:rPr kumimoji="1" lang="en-US" altLang="ja-JP" sz="900" b="1" dirty="0">
                          <a:latin typeface="Meiryo UI" panose="020B0604030504040204" pitchFamily="50" charset="-128"/>
                          <a:ea typeface="Meiryo UI" panose="020B0604030504040204" pitchFamily="50" charset="-128"/>
                        </a:rPr>
                        <a:t>RS</a:t>
                      </a:r>
                      <a:r>
                        <a:rPr kumimoji="1" lang="ja-JP" altLang="en-US" sz="900" b="1" dirty="0">
                          <a:latin typeface="Meiryo UI" panose="020B0604030504040204" pitchFamily="50" charset="-128"/>
                          <a:ea typeface="Meiryo UI" panose="020B0604030504040204" pitchFamily="50" charset="-128"/>
                        </a:rPr>
                        <a:t>パートナー企業の全国組織化（協力会設立）</a:t>
                      </a:r>
                    </a:p>
                  </a:txBody>
                  <a:tcPr anchor="ctr">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5702484"/>
                  </a:ext>
                </a:extLst>
              </a:tr>
              <a:tr h="497034">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b="1" dirty="0">
                          <a:latin typeface="Meiryo UI" panose="020B0604030504040204" pitchFamily="50" charset="-128"/>
                          <a:ea typeface="Meiryo UI" panose="020B0604030504040204" pitchFamily="50" charset="-128"/>
                        </a:rPr>
                        <a:t>　　■</a:t>
                      </a:r>
                      <a:r>
                        <a:rPr lang="ja-JP" altLang="en-US" sz="900" b="1" dirty="0">
                          <a:latin typeface="Meiryo UI" panose="020B0604030504040204" pitchFamily="50" charset="-128"/>
                          <a:ea typeface="Meiryo UI" panose="020B0604030504040204" pitchFamily="50" charset="-128"/>
                        </a:rPr>
                        <a:t>人事制度・給与体系・教育体系・働き方の</a:t>
                      </a:r>
                      <a:r>
                        <a:rPr lang="ja-JP" altLang="en-US" sz="900" b="1" dirty="0">
                          <a:solidFill>
                            <a:srgbClr val="FF0000"/>
                          </a:solidFill>
                          <a:latin typeface="Meiryo UI" panose="020B0604030504040204" pitchFamily="50" charset="-128"/>
                          <a:ea typeface="Meiryo UI" panose="020B0604030504040204" pitchFamily="50" charset="-128"/>
                        </a:rPr>
                        <a:t>ブラッシュアップ</a:t>
                      </a:r>
                      <a:endParaRPr kumimoji="1" lang="en-US" altLang="ja-JP" sz="900" b="1" dirty="0">
                        <a:latin typeface="Meiryo UI" panose="020B0604030504040204" pitchFamily="50" charset="-128"/>
                        <a:ea typeface="Meiryo UI" panose="020B0604030504040204" pitchFamily="50" charset="-128"/>
                      </a:endParaRPr>
                    </a:p>
                  </a:txBody>
                  <a:tcPr anchor="ctr">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1078749"/>
                  </a:ext>
                </a:extLst>
              </a:tr>
            </a:tbl>
          </a:graphicData>
        </a:graphic>
      </p:graphicFrame>
      <p:pic>
        <p:nvPicPr>
          <p:cNvPr id="2" name="図 1" descr="アイコン&#10;&#10;AI によって生成されたコンテンツは間違っている可能性があります。">
            <a:extLst>
              <a:ext uri="{FF2B5EF4-FFF2-40B4-BE49-F238E27FC236}">
                <a16:creationId xmlns:a16="http://schemas.microsoft.com/office/drawing/2014/main" id="{C1E81AFD-0E75-29F7-0788-6BD247E657A7}"/>
              </a:ext>
            </a:extLst>
          </p:cNvPr>
          <p:cNvPicPr>
            <a:picLocks noChangeAspect="1"/>
          </p:cNvPicPr>
          <p:nvPr/>
        </p:nvPicPr>
        <p:blipFill>
          <a:blip r:embed="rId11"/>
          <a:stretch>
            <a:fillRect/>
          </a:stretch>
        </p:blipFill>
        <p:spPr>
          <a:xfrm>
            <a:off x="5322882" y="1171915"/>
            <a:ext cx="362971" cy="362971"/>
          </a:xfrm>
          <a:prstGeom prst="rect">
            <a:avLst/>
          </a:prstGeom>
        </p:spPr>
      </p:pic>
      <p:pic>
        <p:nvPicPr>
          <p:cNvPr id="3" name="図 2" descr="アイコン&#10;&#10;AI によって生成されたコンテンツは間違っている可能性があります。">
            <a:extLst>
              <a:ext uri="{FF2B5EF4-FFF2-40B4-BE49-F238E27FC236}">
                <a16:creationId xmlns:a16="http://schemas.microsoft.com/office/drawing/2014/main" id="{05800881-CD2C-F205-7E33-423BC8B443D1}"/>
              </a:ext>
            </a:extLst>
          </p:cNvPr>
          <p:cNvPicPr>
            <a:picLocks noChangeAspect="1"/>
          </p:cNvPicPr>
          <p:nvPr/>
        </p:nvPicPr>
        <p:blipFill>
          <a:blip r:embed="rId12"/>
          <a:stretch>
            <a:fillRect/>
          </a:stretch>
        </p:blipFill>
        <p:spPr>
          <a:xfrm>
            <a:off x="5680007" y="1193552"/>
            <a:ext cx="312579" cy="312579"/>
          </a:xfrm>
          <a:prstGeom prst="rect">
            <a:avLst/>
          </a:prstGeom>
        </p:spPr>
      </p:pic>
      <p:pic>
        <p:nvPicPr>
          <p:cNvPr id="4" name="図 3" descr="図形, アイコン&#10;&#10;AI によって生成されたコンテンツは間違っている可能性があります。">
            <a:extLst>
              <a:ext uri="{FF2B5EF4-FFF2-40B4-BE49-F238E27FC236}">
                <a16:creationId xmlns:a16="http://schemas.microsoft.com/office/drawing/2014/main" id="{F2D16621-0763-43E0-C1C6-961FF6FD8512}"/>
              </a:ext>
            </a:extLst>
          </p:cNvPr>
          <p:cNvPicPr>
            <a:picLocks noChangeAspect="1"/>
          </p:cNvPicPr>
          <p:nvPr/>
        </p:nvPicPr>
        <p:blipFill>
          <a:blip r:embed="rId13"/>
          <a:stretch>
            <a:fillRect/>
          </a:stretch>
        </p:blipFill>
        <p:spPr>
          <a:xfrm>
            <a:off x="5347746" y="1657282"/>
            <a:ext cx="293511" cy="293511"/>
          </a:xfrm>
          <a:prstGeom prst="rect">
            <a:avLst/>
          </a:prstGeom>
        </p:spPr>
      </p:pic>
      <p:pic>
        <p:nvPicPr>
          <p:cNvPr id="5" name="図 4" descr="アイコン&#10;&#10;AI によって生成されたコンテンツは間違っている可能性があります。">
            <a:extLst>
              <a:ext uri="{FF2B5EF4-FFF2-40B4-BE49-F238E27FC236}">
                <a16:creationId xmlns:a16="http://schemas.microsoft.com/office/drawing/2014/main" id="{0B9E3A1A-9258-4A2C-E6FF-DA0CD99CC55A}"/>
              </a:ext>
            </a:extLst>
          </p:cNvPr>
          <p:cNvPicPr>
            <a:picLocks noChangeAspect="1"/>
          </p:cNvPicPr>
          <p:nvPr/>
        </p:nvPicPr>
        <p:blipFill>
          <a:blip r:embed="rId14"/>
          <a:stretch>
            <a:fillRect/>
          </a:stretch>
        </p:blipFill>
        <p:spPr>
          <a:xfrm>
            <a:off x="5661396" y="1632832"/>
            <a:ext cx="344064" cy="344064"/>
          </a:xfrm>
          <a:prstGeom prst="rect">
            <a:avLst/>
          </a:prstGeom>
        </p:spPr>
      </p:pic>
      <p:pic>
        <p:nvPicPr>
          <p:cNvPr id="6" name="図 5" descr="アイコン&#10;&#10;AI によって生成されたコンテンツは間違っている可能性があります。">
            <a:extLst>
              <a:ext uri="{FF2B5EF4-FFF2-40B4-BE49-F238E27FC236}">
                <a16:creationId xmlns:a16="http://schemas.microsoft.com/office/drawing/2014/main" id="{AB2FED12-EC4B-AC87-4CBD-64867D85626F}"/>
              </a:ext>
            </a:extLst>
          </p:cNvPr>
          <p:cNvPicPr>
            <a:picLocks noChangeAspect="1"/>
          </p:cNvPicPr>
          <p:nvPr/>
        </p:nvPicPr>
        <p:blipFill>
          <a:blip r:embed="rId15"/>
          <a:stretch>
            <a:fillRect/>
          </a:stretch>
        </p:blipFill>
        <p:spPr>
          <a:xfrm>
            <a:off x="5305542" y="2136713"/>
            <a:ext cx="380311" cy="380311"/>
          </a:xfrm>
          <a:prstGeom prst="rect">
            <a:avLst/>
          </a:prstGeom>
        </p:spPr>
      </p:pic>
      <p:pic>
        <p:nvPicPr>
          <p:cNvPr id="7" name="図 6" descr="アイコン&#10;&#10;AI によって生成されたコンテンツは間違っている可能性があります。">
            <a:extLst>
              <a:ext uri="{FF2B5EF4-FFF2-40B4-BE49-F238E27FC236}">
                <a16:creationId xmlns:a16="http://schemas.microsoft.com/office/drawing/2014/main" id="{259E0F98-9DD3-DE58-9349-A9A6F9765D9A}"/>
              </a:ext>
            </a:extLst>
          </p:cNvPr>
          <p:cNvPicPr>
            <a:picLocks noChangeAspect="1"/>
          </p:cNvPicPr>
          <p:nvPr/>
        </p:nvPicPr>
        <p:blipFill>
          <a:blip r:embed="rId16"/>
          <a:stretch>
            <a:fillRect/>
          </a:stretch>
        </p:blipFill>
        <p:spPr>
          <a:xfrm>
            <a:off x="5676389" y="2169829"/>
            <a:ext cx="314077" cy="314077"/>
          </a:xfrm>
          <a:prstGeom prst="rect">
            <a:avLst/>
          </a:prstGeom>
        </p:spPr>
      </p:pic>
      <p:pic>
        <p:nvPicPr>
          <p:cNvPr id="8" name="図 7">
            <a:extLst>
              <a:ext uri="{FF2B5EF4-FFF2-40B4-BE49-F238E27FC236}">
                <a16:creationId xmlns:a16="http://schemas.microsoft.com/office/drawing/2014/main" id="{7DA7415D-AEAC-D3D5-26CB-DE67A82ECB28}"/>
              </a:ext>
            </a:extLst>
          </p:cNvPr>
          <p:cNvPicPr>
            <a:picLocks noChangeAspect="1"/>
          </p:cNvPicPr>
          <p:nvPr/>
        </p:nvPicPr>
        <p:blipFill>
          <a:blip r:embed="rId17"/>
          <a:stretch>
            <a:fillRect/>
          </a:stretch>
        </p:blipFill>
        <p:spPr>
          <a:xfrm>
            <a:off x="5357555" y="2669873"/>
            <a:ext cx="322598" cy="322598"/>
          </a:xfrm>
          <a:prstGeom prst="rect">
            <a:avLst/>
          </a:prstGeom>
        </p:spPr>
      </p:pic>
      <p:pic>
        <p:nvPicPr>
          <p:cNvPr id="9" name="図 8">
            <a:extLst>
              <a:ext uri="{FF2B5EF4-FFF2-40B4-BE49-F238E27FC236}">
                <a16:creationId xmlns:a16="http://schemas.microsoft.com/office/drawing/2014/main" id="{6F7B263F-2B2E-71D1-C392-5683C623B1A5}"/>
              </a:ext>
            </a:extLst>
          </p:cNvPr>
          <p:cNvPicPr>
            <a:picLocks noChangeAspect="1"/>
          </p:cNvPicPr>
          <p:nvPr/>
        </p:nvPicPr>
        <p:blipFill>
          <a:blip r:embed="rId18"/>
          <a:stretch>
            <a:fillRect/>
          </a:stretch>
        </p:blipFill>
        <p:spPr>
          <a:xfrm>
            <a:off x="5776159" y="2618130"/>
            <a:ext cx="190334" cy="190334"/>
          </a:xfrm>
          <a:prstGeom prst="rect">
            <a:avLst/>
          </a:prstGeom>
        </p:spPr>
      </p:pic>
      <p:pic>
        <p:nvPicPr>
          <p:cNvPr id="12" name="図 11">
            <a:extLst>
              <a:ext uri="{FF2B5EF4-FFF2-40B4-BE49-F238E27FC236}">
                <a16:creationId xmlns:a16="http://schemas.microsoft.com/office/drawing/2014/main" id="{E16227A1-49D3-6FF8-01A9-77CE9F1D02CB}"/>
              </a:ext>
            </a:extLst>
          </p:cNvPr>
          <p:cNvPicPr>
            <a:picLocks noChangeAspect="1"/>
          </p:cNvPicPr>
          <p:nvPr/>
        </p:nvPicPr>
        <p:blipFill>
          <a:blip r:embed="rId19"/>
          <a:stretch>
            <a:fillRect/>
          </a:stretch>
        </p:blipFill>
        <p:spPr>
          <a:xfrm>
            <a:off x="5738568" y="2797887"/>
            <a:ext cx="231649" cy="231649"/>
          </a:xfrm>
          <a:prstGeom prst="rect">
            <a:avLst/>
          </a:prstGeom>
        </p:spPr>
      </p:pic>
      <p:pic>
        <p:nvPicPr>
          <p:cNvPr id="13" name="図 12" descr="アイコン&#10;&#10;AI によって生成されたコンテンツは間違っている可能性があります。">
            <a:extLst>
              <a:ext uri="{FF2B5EF4-FFF2-40B4-BE49-F238E27FC236}">
                <a16:creationId xmlns:a16="http://schemas.microsoft.com/office/drawing/2014/main" id="{07FF9F26-3FCF-EB12-D0BA-57C97719B5B6}"/>
              </a:ext>
            </a:extLst>
          </p:cNvPr>
          <p:cNvPicPr>
            <a:picLocks noChangeAspect="1"/>
          </p:cNvPicPr>
          <p:nvPr/>
        </p:nvPicPr>
        <p:blipFill>
          <a:blip r:embed="rId20"/>
          <a:stretch>
            <a:fillRect/>
          </a:stretch>
        </p:blipFill>
        <p:spPr>
          <a:xfrm>
            <a:off x="5333201" y="3139209"/>
            <a:ext cx="322599" cy="322599"/>
          </a:xfrm>
          <a:prstGeom prst="rect">
            <a:avLst/>
          </a:prstGeom>
        </p:spPr>
      </p:pic>
      <p:pic>
        <p:nvPicPr>
          <p:cNvPr id="14" name="図 13" descr="アイコン&#10;&#10;AI によって生成されたコンテンツは間違っている可能性があります。">
            <a:extLst>
              <a:ext uri="{FF2B5EF4-FFF2-40B4-BE49-F238E27FC236}">
                <a16:creationId xmlns:a16="http://schemas.microsoft.com/office/drawing/2014/main" id="{6D6C807F-FB79-8185-AAE1-6C215783B04D}"/>
              </a:ext>
            </a:extLst>
          </p:cNvPr>
          <p:cNvPicPr>
            <a:picLocks noChangeAspect="1"/>
          </p:cNvPicPr>
          <p:nvPr/>
        </p:nvPicPr>
        <p:blipFill>
          <a:blip r:embed="rId21"/>
          <a:stretch>
            <a:fillRect/>
          </a:stretch>
        </p:blipFill>
        <p:spPr>
          <a:xfrm>
            <a:off x="5680007" y="3200396"/>
            <a:ext cx="293541" cy="269254"/>
          </a:xfrm>
          <a:prstGeom prst="rect">
            <a:avLst/>
          </a:prstGeom>
        </p:spPr>
      </p:pic>
      <p:sp>
        <p:nvSpPr>
          <p:cNvPr id="16" name="テキスト ボックス 15">
            <a:extLst>
              <a:ext uri="{FF2B5EF4-FFF2-40B4-BE49-F238E27FC236}">
                <a16:creationId xmlns:a16="http://schemas.microsoft.com/office/drawing/2014/main" id="{111FF243-2107-5DBE-4499-80148AEDFB91}"/>
              </a:ext>
            </a:extLst>
          </p:cNvPr>
          <p:cNvSpPr txBox="1"/>
          <p:nvPr/>
        </p:nvSpPr>
        <p:spPr>
          <a:xfrm>
            <a:off x="5782233" y="3042416"/>
            <a:ext cx="293541" cy="215444"/>
          </a:xfrm>
          <a:prstGeom prst="rect">
            <a:avLst/>
          </a:prstGeom>
          <a:noFill/>
        </p:spPr>
        <p:txBody>
          <a:bodyPr wrap="square" anchor="ctr">
            <a:spAutoFit/>
          </a:bodyPr>
          <a:lstStyle/>
          <a:p>
            <a:r>
              <a:rPr lang="ja-JP" altLang="en-US" sz="800" dirty="0">
                <a:solidFill>
                  <a:schemeClr val="bg2">
                    <a:lumMod val="25000"/>
                  </a:schemeClr>
                </a:solidFill>
                <a:latin typeface="HGP創英角ｺﾞｼｯｸUB" panose="020B0900000000000000" pitchFamily="50" charset="-128"/>
                <a:ea typeface="HGP創英角ｺﾞｼｯｸUB" panose="020B0900000000000000" pitchFamily="50" charset="-128"/>
              </a:rPr>
              <a:t>ＡＩ</a:t>
            </a:r>
          </a:p>
        </p:txBody>
      </p:sp>
      <p:pic>
        <p:nvPicPr>
          <p:cNvPr id="18" name="図 17" descr="アイコン&#10;&#10;AI によって生成されたコンテンツは間違っている可能性があります。">
            <a:extLst>
              <a:ext uri="{FF2B5EF4-FFF2-40B4-BE49-F238E27FC236}">
                <a16:creationId xmlns:a16="http://schemas.microsoft.com/office/drawing/2014/main" id="{624A4389-119B-0C0B-F27F-CC54E165A46A}"/>
              </a:ext>
            </a:extLst>
          </p:cNvPr>
          <p:cNvPicPr>
            <a:picLocks noChangeAspect="1"/>
          </p:cNvPicPr>
          <p:nvPr/>
        </p:nvPicPr>
        <p:blipFill>
          <a:blip r:embed="rId22"/>
          <a:stretch>
            <a:fillRect/>
          </a:stretch>
        </p:blipFill>
        <p:spPr>
          <a:xfrm>
            <a:off x="5425947" y="3666600"/>
            <a:ext cx="339340" cy="339340"/>
          </a:xfrm>
          <a:prstGeom prst="rect">
            <a:avLst/>
          </a:prstGeom>
        </p:spPr>
      </p:pic>
      <p:pic>
        <p:nvPicPr>
          <p:cNvPr id="20" name="図 19" descr="輸送, ホイール が含まれている画像&#10;&#10;AI によって生成されたコンテンツは間違っている可能性があります。">
            <a:extLst>
              <a:ext uri="{FF2B5EF4-FFF2-40B4-BE49-F238E27FC236}">
                <a16:creationId xmlns:a16="http://schemas.microsoft.com/office/drawing/2014/main" id="{64999C2E-D981-635E-D4D8-19A44DCF105C}"/>
              </a:ext>
            </a:extLst>
          </p:cNvPr>
          <p:cNvPicPr>
            <a:picLocks noChangeAspect="1"/>
          </p:cNvPicPr>
          <p:nvPr/>
        </p:nvPicPr>
        <p:blipFill>
          <a:blip r:embed="rId23"/>
          <a:stretch>
            <a:fillRect/>
          </a:stretch>
        </p:blipFill>
        <p:spPr>
          <a:xfrm>
            <a:off x="5313612" y="3628332"/>
            <a:ext cx="169945" cy="169945"/>
          </a:xfrm>
          <a:prstGeom prst="rect">
            <a:avLst/>
          </a:prstGeom>
        </p:spPr>
      </p:pic>
      <p:pic>
        <p:nvPicPr>
          <p:cNvPr id="22" name="図 21" descr="アイコン&#10;&#10;AI によって生成されたコンテンツは間違っている可能性があります。">
            <a:extLst>
              <a:ext uri="{FF2B5EF4-FFF2-40B4-BE49-F238E27FC236}">
                <a16:creationId xmlns:a16="http://schemas.microsoft.com/office/drawing/2014/main" id="{EE19D513-7E34-3457-DDC0-3F818A943F87}"/>
              </a:ext>
            </a:extLst>
          </p:cNvPr>
          <p:cNvPicPr>
            <a:picLocks noChangeAspect="1"/>
          </p:cNvPicPr>
          <p:nvPr/>
        </p:nvPicPr>
        <p:blipFill>
          <a:blip r:embed="rId24"/>
          <a:stretch>
            <a:fillRect/>
          </a:stretch>
        </p:blipFill>
        <p:spPr>
          <a:xfrm>
            <a:off x="5691629" y="3647018"/>
            <a:ext cx="325526" cy="353562"/>
          </a:xfrm>
          <a:prstGeom prst="rect">
            <a:avLst/>
          </a:prstGeom>
        </p:spPr>
      </p:pic>
      <p:pic>
        <p:nvPicPr>
          <p:cNvPr id="24" name="図 23">
            <a:extLst>
              <a:ext uri="{FF2B5EF4-FFF2-40B4-BE49-F238E27FC236}">
                <a16:creationId xmlns:a16="http://schemas.microsoft.com/office/drawing/2014/main" id="{50C0C999-E3BB-FF27-9A46-1CEA9DEA36F1}"/>
              </a:ext>
            </a:extLst>
          </p:cNvPr>
          <p:cNvPicPr>
            <a:picLocks noChangeAspect="1"/>
          </p:cNvPicPr>
          <p:nvPr/>
        </p:nvPicPr>
        <p:blipFill>
          <a:blip r:embed="rId25"/>
          <a:stretch>
            <a:fillRect/>
          </a:stretch>
        </p:blipFill>
        <p:spPr>
          <a:xfrm>
            <a:off x="5347746" y="4177270"/>
            <a:ext cx="246141" cy="246141"/>
          </a:xfrm>
          <a:prstGeom prst="rect">
            <a:avLst/>
          </a:prstGeom>
        </p:spPr>
      </p:pic>
      <p:pic>
        <p:nvPicPr>
          <p:cNvPr id="25" name="図 24" descr="抽象, スーツ, 挿絵 が含まれている画像&#10;&#10;AI によって生成されたコンテンツは間違っている可能性があります。">
            <a:extLst>
              <a:ext uri="{FF2B5EF4-FFF2-40B4-BE49-F238E27FC236}">
                <a16:creationId xmlns:a16="http://schemas.microsoft.com/office/drawing/2014/main" id="{B9C2F86F-6C98-94EC-03EA-F0F70349CBBF}"/>
              </a:ext>
            </a:extLst>
          </p:cNvPr>
          <p:cNvPicPr>
            <a:picLocks noChangeAspect="1"/>
          </p:cNvPicPr>
          <p:nvPr/>
        </p:nvPicPr>
        <p:blipFill>
          <a:blip r:embed="rId26"/>
          <a:stretch>
            <a:fillRect/>
          </a:stretch>
        </p:blipFill>
        <p:spPr>
          <a:xfrm>
            <a:off x="5641257" y="4112518"/>
            <a:ext cx="356007" cy="356007"/>
          </a:xfrm>
          <a:prstGeom prst="rect">
            <a:avLst/>
          </a:prstGeom>
        </p:spPr>
      </p:pic>
      <p:pic>
        <p:nvPicPr>
          <p:cNvPr id="26" name="図 25">
            <a:extLst>
              <a:ext uri="{FF2B5EF4-FFF2-40B4-BE49-F238E27FC236}">
                <a16:creationId xmlns:a16="http://schemas.microsoft.com/office/drawing/2014/main" id="{CEBF3682-6395-A529-6627-B47AB30FE99D}"/>
              </a:ext>
            </a:extLst>
          </p:cNvPr>
          <p:cNvPicPr>
            <a:picLocks noChangeAspect="1"/>
          </p:cNvPicPr>
          <p:nvPr/>
        </p:nvPicPr>
        <p:blipFill>
          <a:blip r:embed="rId27"/>
          <a:stretch>
            <a:fillRect/>
          </a:stretch>
        </p:blipFill>
        <p:spPr>
          <a:xfrm>
            <a:off x="5463366" y="4585824"/>
            <a:ext cx="426219" cy="426219"/>
          </a:xfrm>
          <a:prstGeom prst="rect">
            <a:avLst/>
          </a:prstGeom>
        </p:spPr>
      </p:pic>
      <p:pic>
        <p:nvPicPr>
          <p:cNvPr id="29" name="図 28">
            <a:extLst>
              <a:ext uri="{FF2B5EF4-FFF2-40B4-BE49-F238E27FC236}">
                <a16:creationId xmlns:a16="http://schemas.microsoft.com/office/drawing/2014/main" id="{63815291-E1CB-FB9D-A4E2-B85456024E38}"/>
              </a:ext>
            </a:extLst>
          </p:cNvPr>
          <p:cNvPicPr>
            <a:picLocks noChangeAspect="1"/>
          </p:cNvPicPr>
          <p:nvPr/>
        </p:nvPicPr>
        <p:blipFill>
          <a:blip r:embed="rId28"/>
          <a:stretch>
            <a:fillRect/>
          </a:stretch>
        </p:blipFill>
        <p:spPr>
          <a:xfrm rot="21300000">
            <a:off x="5702891" y="3797999"/>
            <a:ext cx="178596" cy="169069"/>
          </a:xfrm>
          <a:prstGeom prst="rect">
            <a:avLst/>
          </a:prstGeom>
        </p:spPr>
      </p:pic>
      <p:sp>
        <p:nvSpPr>
          <p:cNvPr id="27" name="テキスト ボックス 26">
            <a:extLst>
              <a:ext uri="{FF2B5EF4-FFF2-40B4-BE49-F238E27FC236}">
                <a16:creationId xmlns:a16="http://schemas.microsoft.com/office/drawing/2014/main" id="{7FEC40D5-7A8A-598C-C6D7-97FC65164C11}"/>
              </a:ext>
            </a:extLst>
          </p:cNvPr>
          <p:cNvSpPr txBox="1"/>
          <p:nvPr/>
        </p:nvSpPr>
        <p:spPr>
          <a:xfrm>
            <a:off x="7755212" y="0"/>
            <a:ext cx="1388787" cy="369332"/>
          </a:xfrm>
          <a:prstGeom prst="rect">
            <a:avLst/>
          </a:prstGeom>
          <a:noFill/>
          <a:ln>
            <a:solidFill>
              <a:srgbClr val="FF0000"/>
            </a:solidFill>
          </a:ln>
        </p:spPr>
        <p:txBody>
          <a:bodyPr wrap="square" rtlCol="0">
            <a:spAutoFit/>
          </a:bodyPr>
          <a:lstStyle/>
          <a:p>
            <a:pPr algn="ctr"/>
            <a:r>
              <a:rPr lang="en-US" altLang="ja-JP" sz="1800" dirty="0">
                <a:solidFill>
                  <a:srgbClr val="FF0000"/>
                </a:solidFill>
              </a:rPr>
              <a:t>Confidential</a:t>
            </a:r>
            <a:endParaRPr kumimoji="1" lang="ja-JP" altLang="en-US" sz="1800" dirty="0">
              <a:solidFill>
                <a:srgbClr val="FF0000"/>
              </a:solidFill>
            </a:endParaRPr>
          </a:p>
        </p:txBody>
      </p:sp>
    </p:spTree>
    <p:extLst>
      <p:ext uri="{BB962C8B-B14F-4D97-AF65-F5344CB8AC3E}">
        <p14:creationId xmlns:p14="http://schemas.microsoft.com/office/powerpoint/2010/main" val="792560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C7CD8-5BDE-0295-7035-B4F41C42A04B}"/>
            </a:ext>
          </a:extLst>
        </p:cNvPr>
        <p:cNvGrpSpPr/>
        <p:nvPr/>
      </p:nvGrpSpPr>
      <p:grpSpPr>
        <a:xfrm>
          <a:off x="0" y="0"/>
          <a:ext cx="0" cy="0"/>
          <a:chOff x="0" y="0"/>
          <a:chExt cx="0" cy="0"/>
        </a:xfrm>
      </p:grpSpPr>
      <p:cxnSp>
        <p:nvCxnSpPr>
          <p:cNvPr id="6" name="直線コネクタ 5">
            <a:extLst>
              <a:ext uri="{FF2B5EF4-FFF2-40B4-BE49-F238E27FC236}">
                <a16:creationId xmlns:a16="http://schemas.microsoft.com/office/drawing/2014/main" id="{E647C4BC-DF1E-35CA-6C2F-0F75EDC9E0A2}"/>
              </a:ext>
            </a:extLst>
          </p:cNvPr>
          <p:cNvCxnSpPr/>
          <p:nvPr/>
        </p:nvCxnSpPr>
        <p:spPr>
          <a:xfrm>
            <a:off x="100305" y="605934"/>
            <a:ext cx="8928992" cy="0"/>
          </a:xfrm>
          <a:prstGeom prst="line">
            <a:avLst/>
          </a:prstGeom>
          <a:ln w="12700">
            <a:solidFill>
              <a:schemeClr val="tx1">
                <a:lumMod val="65000"/>
                <a:lumOff val="35000"/>
              </a:schemeClr>
            </a:solidFill>
          </a:ln>
          <a:effectLst/>
        </p:spPr>
        <p:style>
          <a:lnRef idx="2">
            <a:schemeClr val="accent1"/>
          </a:lnRef>
          <a:fillRef idx="0">
            <a:schemeClr val="accent1"/>
          </a:fillRef>
          <a:effectRef idx="1">
            <a:schemeClr val="accent1"/>
          </a:effectRef>
          <a:fontRef idx="minor">
            <a:schemeClr val="tx1"/>
          </a:fontRef>
        </p:style>
      </p:cxnSp>
      <p:sp>
        <p:nvSpPr>
          <p:cNvPr id="10" name="コンテンツ プレースホルダー 2">
            <a:extLst>
              <a:ext uri="{FF2B5EF4-FFF2-40B4-BE49-F238E27FC236}">
                <a16:creationId xmlns:a16="http://schemas.microsoft.com/office/drawing/2014/main" id="{9557EC02-F114-C4C9-155B-8968AB5281E8}"/>
              </a:ext>
            </a:extLst>
          </p:cNvPr>
          <p:cNvSpPr txBox="1">
            <a:spLocks/>
          </p:cNvSpPr>
          <p:nvPr/>
        </p:nvSpPr>
        <p:spPr>
          <a:xfrm>
            <a:off x="107505" y="152995"/>
            <a:ext cx="8928992" cy="474539"/>
          </a:xfrm>
          <a:prstGeom prst="rect">
            <a:avLst/>
          </a:prstGeom>
        </p:spPr>
        <p:txBody>
          <a:bodyPr anchor="ctr">
            <a:noAutofit/>
          </a:bodyPr>
          <a:lstStyle>
            <a:lvl1pPr marL="0" indent="0" algn="ctr" defTabSz="457200" rtl="0" eaLnBrk="0" fontAlgn="base" hangingPunct="0">
              <a:spcBef>
                <a:spcPct val="20000"/>
              </a:spcBef>
              <a:spcAft>
                <a:spcPct val="0"/>
              </a:spcAft>
              <a:buFont typeface="Arial" charset="0"/>
              <a:buNone/>
              <a:defRPr kumimoji="1" sz="3200" kern="1200">
                <a:solidFill>
                  <a:schemeClr val="tx1">
                    <a:tint val="75000"/>
                  </a:schemeClr>
                </a:solidFill>
                <a:latin typeface="+mn-lt"/>
                <a:ea typeface="+mn-ea"/>
                <a:cs typeface="ＭＳ Ｐゴシック" pitchFamily="-110" charset="-128"/>
              </a:defRPr>
            </a:lvl1pPr>
            <a:lvl2pPr marL="457200" indent="0" algn="ctr" defTabSz="457200" rtl="0" eaLnBrk="0" fontAlgn="base" hangingPunct="0">
              <a:spcBef>
                <a:spcPct val="20000"/>
              </a:spcBef>
              <a:spcAft>
                <a:spcPct val="0"/>
              </a:spcAft>
              <a:buFont typeface="Arial" charset="0"/>
              <a:buNone/>
              <a:defRPr kumimoji="1" sz="2800" kern="1200">
                <a:solidFill>
                  <a:schemeClr val="tx1">
                    <a:tint val="75000"/>
                  </a:schemeClr>
                </a:solidFill>
                <a:latin typeface="+mn-lt"/>
                <a:ea typeface="+mn-ea"/>
                <a:cs typeface="+mn-cs"/>
              </a:defRPr>
            </a:lvl2pPr>
            <a:lvl3pPr marL="914400" indent="0" algn="ctr" defTabSz="457200" rtl="0" eaLnBrk="0" fontAlgn="base" hangingPunct="0">
              <a:spcBef>
                <a:spcPct val="20000"/>
              </a:spcBef>
              <a:spcAft>
                <a:spcPct val="0"/>
              </a:spcAft>
              <a:buFont typeface="Arial" charset="0"/>
              <a:buNone/>
              <a:defRPr kumimoji="1" sz="2400" kern="1200">
                <a:solidFill>
                  <a:schemeClr val="tx1">
                    <a:tint val="75000"/>
                  </a:schemeClr>
                </a:solidFill>
                <a:latin typeface="+mn-lt"/>
                <a:ea typeface="+mn-ea"/>
                <a:cs typeface="+mn-cs"/>
              </a:defRPr>
            </a:lvl3pPr>
            <a:lvl4pPr marL="1371600" indent="0" algn="ctr" defTabSz="457200" rtl="0" eaLnBrk="0" fontAlgn="base" hangingPunct="0">
              <a:spcBef>
                <a:spcPct val="20000"/>
              </a:spcBef>
              <a:spcAft>
                <a:spcPct val="0"/>
              </a:spcAft>
              <a:buFont typeface="Arial" charset="0"/>
              <a:buNone/>
              <a:defRPr kumimoji="1" sz="2000" kern="1200">
                <a:solidFill>
                  <a:schemeClr val="tx1">
                    <a:tint val="75000"/>
                  </a:schemeClr>
                </a:solidFill>
                <a:latin typeface="+mn-lt"/>
                <a:ea typeface="+mn-ea"/>
                <a:cs typeface="+mn-cs"/>
              </a:defRPr>
            </a:lvl4pPr>
            <a:lvl5pPr marL="1828800" indent="0" algn="ctr" defTabSz="457200" rtl="0" eaLnBrk="0" fontAlgn="base" hangingPunct="0">
              <a:spcBef>
                <a:spcPct val="20000"/>
              </a:spcBef>
              <a:spcAft>
                <a:spcPct val="0"/>
              </a:spcAft>
              <a:buFont typeface="Arial" charset="0"/>
              <a:buNone/>
              <a:defRPr kumimoji="1"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kumimoji="1"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kumimoji="1"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kumimoji="1"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kumimoji="1" sz="2000" kern="1200">
                <a:solidFill>
                  <a:schemeClr val="tx1">
                    <a:tint val="75000"/>
                  </a:schemeClr>
                </a:solidFill>
                <a:latin typeface="+mn-lt"/>
                <a:ea typeface="+mn-ea"/>
                <a:cs typeface="+mn-cs"/>
              </a:defRPr>
            </a:lvl9pPr>
          </a:lstStyle>
          <a:p>
            <a:pPr algn="l"/>
            <a:endParaRPr lang="en-US" altLang="ja-JP" sz="1050" dirty="0">
              <a:solidFill>
                <a:srgbClr val="FF0000"/>
              </a:solidFill>
              <a:latin typeface="Meiryo UI" panose="020B0604030504040204" pitchFamily="50" charset="-128"/>
              <a:ea typeface="Meiryo UI" panose="020B0604030504040204" pitchFamily="50" charset="-128"/>
            </a:endParaRPr>
          </a:p>
        </p:txBody>
      </p:sp>
      <p:sp>
        <p:nvSpPr>
          <p:cNvPr id="4" name="タイトル 1">
            <a:extLst>
              <a:ext uri="{FF2B5EF4-FFF2-40B4-BE49-F238E27FC236}">
                <a16:creationId xmlns:a16="http://schemas.microsoft.com/office/drawing/2014/main" id="{A9363219-DDA7-71EB-46D8-7E51292ED3DD}"/>
              </a:ext>
            </a:extLst>
          </p:cNvPr>
          <p:cNvSpPr>
            <a:spLocks noGrp="1"/>
          </p:cNvSpPr>
          <p:nvPr>
            <p:ph type="title"/>
          </p:nvPr>
        </p:nvSpPr>
        <p:spPr>
          <a:xfrm>
            <a:off x="68891" y="128196"/>
            <a:ext cx="8311368" cy="478722"/>
          </a:xfrm>
        </p:spPr>
        <p:txBody>
          <a:bodyPr>
            <a:normAutofit/>
          </a:bodyPr>
          <a:lstStyle/>
          <a:p>
            <a:r>
              <a:rPr lang="ja-JP" altLang="en-US" sz="2800" b="1" dirty="0">
                <a:solidFill>
                  <a:prstClr val="black"/>
                </a:solidFill>
                <a:latin typeface="Meiryo UI" panose="020B0604030504040204" pitchFamily="50" charset="-128"/>
                <a:ea typeface="Meiryo UI" panose="020B0604030504040204" pitchFamily="50" charset="-128"/>
              </a:rPr>
              <a:t>戦術</a:t>
            </a:r>
            <a:r>
              <a:rPr lang="en-US" altLang="ja-JP" sz="2800" b="1" dirty="0">
                <a:solidFill>
                  <a:prstClr val="black"/>
                </a:solidFill>
                <a:latin typeface="Meiryo UI" panose="020B0604030504040204" pitchFamily="50" charset="-128"/>
                <a:ea typeface="Meiryo UI" panose="020B0604030504040204" pitchFamily="50" charset="-128"/>
              </a:rPr>
              <a:t>【</a:t>
            </a:r>
            <a:r>
              <a:rPr lang="ja-JP" altLang="en-US" sz="2800" b="1" dirty="0">
                <a:solidFill>
                  <a:prstClr val="black"/>
                </a:solidFill>
                <a:latin typeface="Meiryo UI" panose="020B0604030504040204" pitchFamily="50" charset="-128"/>
                <a:ea typeface="Meiryo UI" panose="020B0604030504040204" pitchFamily="50" charset="-128"/>
              </a:rPr>
              <a:t>やるべき取り組み</a:t>
            </a:r>
            <a:r>
              <a:rPr lang="en-US" altLang="ja-JP" sz="2800" b="1" dirty="0">
                <a:solidFill>
                  <a:prstClr val="black"/>
                </a:solidFill>
                <a:latin typeface="Meiryo UI" panose="020B0604030504040204" pitchFamily="50" charset="-128"/>
                <a:ea typeface="Meiryo UI" panose="020B0604030504040204" pitchFamily="50" charset="-128"/>
              </a:rPr>
              <a:t>】</a:t>
            </a:r>
            <a:r>
              <a:rPr lang="ja-JP" altLang="en-US" sz="2800" b="1" dirty="0">
                <a:solidFill>
                  <a:prstClr val="black"/>
                </a:solidFill>
                <a:latin typeface="Meiryo UI" panose="020B0604030504040204" pitchFamily="50" charset="-128"/>
                <a:ea typeface="Meiryo UI" panose="020B0604030504040204" pitchFamily="50" charset="-128"/>
              </a:rPr>
              <a:t>ゴールへ向けたマイルストーン</a:t>
            </a:r>
            <a:endParaRPr kumimoji="1" lang="ja-JP" altLang="en-US" sz="2800" b="1" dirty="0">
              <a:latin typeface="Meiryo UI" panose="020B0604030504040204" pitchFamily="50" charset="-128"/>
              <a:ea typeface="Meiryo UI" panose="020B0604030504040204" pitchFamily="50" charset="-128"/>
            </a:endParaRPr>
          </a:p>
        </p:txBody>
      </p:sp>
      <p:graphicFrame>
        <p:nvGraphicFramePr>
          <p:cNvPr id="19" name="コンテンツ プレースホルダー 18">
            <a:extLst>
              <a:ext uri="{FF2B5EF4-FFF2-40B4-BE49-F238E27FC236}">
                <a16:creationId xmlns:a16="http://schemas.microsoft.com/office/drawing/2014/main" id="{62F5687C-17A3-E0CF-93B8-6C142E766F4C}"/>
              </a:ext>
            </a:extLst>
          </p:cNvPr>
          <p:cNvGraphicFramePr>
            <a:graphicFrameLocks noGrp="1"/>
          </p:cNvGraphicFramePr>
          <p:nvPr>
            <p:ph idx="1"/>
            <p:extLst>
              <p:ext uri="{D42A27DB-BD31-4B8C-83A1-F6EECF244321}">
                <p14:modId xmlns:p14="http://schemas.microsoft.com/office/powerpoint/2010/main" val="149868544"/>
              </p:ext>
            </p:extLst>
          </p:nvPr>
        </p:nvGraphicFramePr>
        <p:xfrm>
          <a:off x="19797" y="682615"/>
          <a:ext cx="9109803" cy="4473472"/>
        </p:xfrm>
        <a:graphic>
          <a:graphicData uri="http://schemas.openxmlformats.org/drawingml/2006/table">
            <a:tbl>
              <a:tblPr firstRow="1" bandRow="1">
                <a:tableStyleId>{5C22544A-7EE6-4342-B048-85BDC9FD1C3A}</a:tableStyleId>
              </a:tblPr>
              <a:tblGrid>
                <a:gridCol w="2845803">
                  <a:extLst>
                    <a:ext uri="{9D8B030D-6E8A-4147-A177-3AD203B41FA5}">
                      <a16:colId xmlns:a16="http://schemas.microsoft.com/office/drawing/2014/main" val="84962801"/>
                    </a:ext>
                  </a:extLst>
                </a:gridCol>
                <a:gridCol w="1526400">
                  <a:extLst>
                    <a:ext uri="{9D8B030D-6E8A-4147-A177-3AD203B41FA5}">
                      <a16:colId xmlns:a16="http://schemas.microsoft.com/office/drawing/2014/main" val="2556958144"/>
                    </a:ext>
                  </a:extLst>
                </a:gridCol>
                <a:gridCol w="2390838">
                  <a:extLst>
                    <a:ext uri="{9D8B030D-6E8A-4147-A177-3AD203B41FA5}">
                      <a16:colId xmlns:a16="http://schemas.microsoft.com/office/drawing/2014/main" val="729523526"/>
                    </a:ext>
                  </a:extLst>
                </a:gridCol>
                <a:gridCol w="2346762">
                  <a:extLst>
                    <a:ext uri="{9D8B030D-6E8A-4147-A177-3AD203B41FA5}">
                      <a16:colId xmlns:a16="http://schemas.microsoft.com/office/drawing/2014/main" val="1249961865"/>
                    </a:ext>
                  </a:extLst>
                </a:gridCol>
              </a:tblGrid>
              <a:tr h="382327">
                <a:tc>
                  <a:txBody>
                    <a:bodyP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戦術（やるべき取組み）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en-US" altLang="ja-JP" sz="1400" b="1" dirty="0">
                          <a:solidFill>
                            <a:schemeClr val="tx1">
                              <a:lumMod val="75000"/>
                              <a:lumOff val="25000"/>
                            </a:schemeClr>
                          </a:solidFill>
                          <a:latin typeface="Meiryo UI" panose="020B0604030504040204" pitchFamily="50" charset="-128"/>
                          <a:ea typeface="Meiryo UI" panose="020B0604030504040204" pitchFamily="50" charset="-128"/>
                        </a:rPr>
                        <a:t>2025</a:t>
                      </a:r>
                      <a:r>
                        <a:rPr kumimoji="1" lang="ja-JP" altLang="en-US" sz="1400" b="1" dirty="0">
                          <a:solidFill>
                            <a:schemeClr val="tx1">
                              <a:lumMod val="75000"/>
                              <a:lumOff val="25000"/>
                            </a:schemeClr>
                          </a:solidFill>
                          <a:latin typeface="Meiryo UI" panose="020B0604030504040204" pitchFamily="50" charset="-128"/>
                          <a:ea typeface="Meiryo UI" panose="020B0604030504040204" pitchFamily="50" charset="-128"/>
                        </a:rPr>
                        <a:t>年の状態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en-US" altLang="ja-JP" sz="1400" b="1" dirty="0">
                          <a:solidFill>
                            <a:schemeClr val="tx1"/>
                          </a:solidFill>
                          <a:latin typeface="Meiryo UI" panose="020B0604030504040204" pitchFamily="50" charset="-128"/>
                          <a:ea typeface="Meiryo UI" panose="020B0604030504040204" pitchFamily="50" charset="-128"/>
                        </a:rPr>
                        <a:t>2028</a:t>
                      </a:r>
                      <a:r>
                        <a:rPr kumimoji="1" lang="ja-JP" altLang="en-US" sz="1400" b="1" dirty="0">
                          <a:solidFill>
                            <a:schemeClr val="tx1"/>
                          </a:solidFill>
                          <a:latin typeface="Meiryo UI" panose="020B0604030504040204" pitchFamily="50" charset="-128"/>
                          <a:ea typeface="Meiryo UI" panose="020B0604030504040204" pitchFamily="50" charset="-128"/>
                        </a:rPr>
                        <a:t>年の状態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kumimoji="1" lang="en-US" altLang="ja-JP" sz="1400" b="1" dirty="0">
                          <a:solidFill>
                            <a:schemeClr val="bg1"/>
                          </a:solidFill>
                          <a:latin typeface="Meiryo UI" panose="020B0604030504040204" pitchFamily="50" charset="-128"/>
                          <a:ea typeface="Meiryo UI" panose="020B0604030504040204" pitchFamily="50" charset="-128"/>
                        </a:rPr>
                        <a:t>2030</a:t>
                      </a:r>
                      <a:r>
                        <a:rPr kumimoji="1" lang="ja-JP" altLang="en-US" sz="1400" b="1" dirty="0">
                          <a:solidFill>
                            <a:schemeClr val="bg1"/>
                          </a:solidFill>
                          <a:latin typeface="Meiryo UI" panose="020B0604030504040204" pitchFamily="50" charset="-128"/>
                          <a:ea typeface="Meiryo UI" panose="020B0604030504040204" pitchFamily="50" charset="-128"/>
                        </a:rPr>
                        <a:t>年の状態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3634803"/>
                  </a:ext>
                </a:extLst>
              </a:tr>
              <a:tr h="48321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950" b="1" dirty="0">
                          <a:solidFill>
                            <a:srgbClr val="FF0000"/>
                          </a:solidFill>
                          <a:latin typeface="Meiryo UI" panose="020B0604030504040204" pitchFamily="50" charset="-128"/>
                          <a:ea typeface="Meiryo UI" panose="020B0604030504040204" pitchFamily="50" charset="-128"/>
                        </a:rPr>
                        <a:t>　　　　　　　  ①高利益率サービス</a:t>
                      </a:r>
                      <a:r>
                        <a:rPr kumimoji="1" lang="en-US" altLang="ja-JP" sz="950" b="1" dirty="0">
                          <a:solidFill>
                            <a:srgbClr val="FF0000"/>
                          </a:solidFill>
                          <a:latin typeface="Meiryo UI" panose="020B0604030504040204" pitchFamily="50" charset="-128"/>
                          <a:ea typeface="Meiryo UI" panose="020B0604030504040204" pitchFamily="50" charset="-128"/>
                        </a:rPr>
                        <a:t>&amp;</a:t>
                      </a:r>
                      <a:r>
                        <a:rPr kumimoji="1" lang="ja-JP" altLang="en-US" sz="950" b="1" dirty="0">
                          <a:solidFill>
                            <a:srgbClr val="FF0000"/>
                          </a:solidFill>
                          <a:latin typeface="Meiryo UI" panose="020B0604030504040204" pitchFamily="50" charset="-128"/>
                          <a:ea typeface="Meiryo UI" panose="020B0604030504040204" pitchFamily="50" charset="-128"/>
                        </a:rPr>
                        <a:t>商品の推進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850" b="1" dirty="0">
                          <a:solidFill>
                            <a:schemeClr val="tx1">
                              <a:lumMod val="75000"/>
                              <a:lumOff val="25000"/>
                            </a:schemeClr>
                          </a:solidFill>
                          <a:latin typeface="Meiryo UI" panose="020B0604030504040204" pitchFamily="50" charset="-128"/>
                          <a:ea typeface="Meiryo UI" panose="020B0604030504040204" pitchFamily="50" charset="-128"/>
                        </a:rPr>
                        <a:t>・売上重視の営業活動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dirty="0">
                          <a:solidFill>
                            <a:schemeClr val="tx1"/>
                          </a:solidFill>
                          <a:latin typeface="Meiryo UI" panose="020B0604030504040204" pitchFamily="50" charset="-128"/>
                          <a:ea typeface="Meiryo UI" panose="020B0604030504040204" pitchFamily="50" charset="-128"/>
                        </a:rPr>
                        <a:t>・地域営業部、営業所単位で高利益率商品・サービスを選定、最適化に向けた活動開始（イカリプラスなど新しい項目への置換、細分化）</a:t>
                      </a:r>
                      <a:endParaRPr kumimoji="1" lang="en-US" altLang="ja-JP" sz="850" b="1" dirty="0">
                        <a:solidFill>
                          <a:schemeClr val="tx1"/>
                        </a:solidFill>
                        <a:latin typeface="Meiryo UI" panose="020B0604030504040204" pitchFamily="50" charset="-128"/>
                        <a:ea typeface="Meiryo UI" panose="020B0604030504040204" pitchFamily="50" charset="-128"/>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dirty="0">
                          <a:solidFill>
                            <a:schemeClr val="tx1"/>
                          </a:solidFill>
                          <a:latin typeface="Meiryo UI" panose="020B0604030504040204" pitchFamily="50" charset="-128"/>
                          <a:ea typeface="Meiryo UI" panose="020B0604030504040204" pitchFamily="50" charset="-128"/>
                        </a:rPr>
                        <a:t>・売上構成別の目標決定、計画立案済。</a:t>
                      </a:r>
                      <a:endParaRPr kumimoji="1" lang="ja-JP" altLang="ja-JP" sz="850" b="1"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i="0" u="none" strike="noStrike" noProof="0" dirty="0">
                          <a:solidFill>
                            <a:schemeClr val="bg1"/>
                          </a:solidFill>
                          <a:latin typeface="Meiryo UI" panose="020B0604030504040204" pitchFamily="50" charset="-128"/>
                          <a:ea typeface="Meiryo UI" panose="020B0604030504040204" pitchFamily="50" charset="-128"/>
                        </a:rPr>
                        <a:t>・理想的な売上・利益構成を具現化</a:t>
                      </a:r>
                      <a:endParaRPr kumimoji="1" lang="en-US" altLang="ja-JP" sz="850" b="1" i="0" u="none" strike="noStrike" noProof="0" dirty="0">
                        <a:solidFill>
                          <a:schemeClr val="bg1"/>
                        </a:solidFill>
                        <a:latin typeface="Meiryo UI" panose="020B0604030504040204" pitchFamily="50" charset="-128"/>
                        <a:ea typeface="Meiryo UI" panose="020B0604030504040204" pitchFamily="50" charset="-128"/>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i="0" u="none" strike="noStrike" noProof="0" dirty="0">
                          <a:solidFill>
                            <a:schemeClr val="bg1"/>
                          </a:solidFill>
                          <a:latin typeface="Meiryo UI" panose="020B0604030504040204" pitchFamily="50" charset="-128"/>
                          <a:ea typeface="Meiryo UI" panose="020B0604030504040204" pitchFamily="50" charset="-128"/>
                        </a:rPr>
                        <a:t>・地域営業部利益率</a:t>
                      </a:r>
                      <a:r>
                        <a:rPr kumimoji="1" lang="en-US" altLang="ja-JP" sz="850" b="1" i="0" u="none" strike="noStrike" noProof="0" dirty="0">
                          <a:solidFill>
                            <a:schemeClr val="bg1"/>
                          </a:solidFill>
                          <a:latin typeface="Meiryo UI" panose="020B0604030504040204" pitchFamily="50" charset="-128"/>
                          <a:ea typeface="Meiryo UI" panose="020B0604030504040204" pitchFamily="50" charset="-128"/>
                        </a:rPr>
                        <a:t>23.1%</a:t>
                      </a:r>
                      <a:r>
                        <a:rPr kumimoji="1" lang="ja-JP" altLang="en-US" sz="850" b="1" i="0" u="none" strike="noStrike" noProof="0" dirty="0">
                          <a:solidFill>
                            <a:schemeClr val="bg1"/>
                          </a:solidFill>
                          <a:latin typeface="Meiryo UI" panose="020B0604030504040204" pitchFamily="50" charset="-128"/>
                          <a:ea typeface="Meiryo UI" panose="020B0604030504040204" pitchFamily="50" charset="-128"/>
                        </a:rPr>
                        <a:t>達成、計画に基づく、</a:t>
                      </a:r>
                      <a:endParaRPr kumimoji="1" lang="en-US" altLang="ja-JP" sz="850" b="1" i="0" u="none" strike="noStrike" noProof="0" dirty="0">
                        <a:solidFill>
                          <a:schemeClr val="bg1"/>
                        </a:solidFill>
                        <a:latin typeface="Meiryo UI" panose="020B0604030504040204" pitchFamily="50" charset="-128"/>
                        <a:ea typeface="Meiryo UI" panose="020B0604030504040204" pitchFamily="50" charset="-128"/>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i="0" u="none" strike="noStrike" noProof="0" dirty="0">
                          <a:solidFill>
                            <a:schemeClr val="bg1"/>
                          </a:solidFill>
                          <a:latin typeface="Meiryo UI" panose="020B0604030504040204" pitchFamily="50" charset="-128"/>
                          <a:ea typeface="Meiryo UI" panose="020B0604030504040204" pitchFamily="50" charset="-128"/>
                        </a:rPr>
                        <a:t> 営業＆本部人員構成が完了</a:t>
                      </a:r>
                      <a:endParaRPr kumimoji="1" lang="ja-JP" altLang="ja-JP" sz="850" b="1" i="0" u="none" strike="noStrike" noProof="0" dirty="0">
                        <a:solidFill>
                          <a:schemeClr val="bg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299886955"/>
                  </a:ext>
                </a:extLst>
              </a:tr>
              <a:tr h="48321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950" b="1" dirty="0">
                          <a:solidFill>
                            <a:srgbClr val="FF0000"/>
                          </a:solidFill>
                          <a:latin typeface="Meiryo UI" panose="020B0604030504040204" pitchFamily="50" charset="-128"/>
                          <a:ea typeface="Meiryo UI" panose="020B0604030504040204" pitchFamily="50" charset="-128"/>
                        </a:rPr>
                        <a:t>　　　　　　　  ②営業＆技術ガイドライン体系の再構築</a:t>
                      </a:r>
                      <a:endParaRPr kumimoji="1" lang="en-US" altLang="ja-JP" sz="950" b="1" dirty="0">
                        <a:solidFill>
                          <a:srgbClr val="FF0000"/>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850" b="1" dirty="0">
                          <a:solidFill>
                            <a:schemeClr val="tx1">
                              <a:lumMod val="75000"/>
                              <a:lumOff val="25000"/>
                            </a:schemeClr>
                          </a:solidFill>
                          <a:latin typeface="Meiryo UI" panose="020B0604030504040204" pitchFamily="50" charset="-128"/>
                          <a:ea typeface="Meiryo UI" panose="020B0604030504040204" pitchFamily="50" charset="-128"/>
                        </a:rPr>
                        <a:t>・現場とガイドラインの乖離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dirty="0">
                          <a:solidFill>
                            <a:schemeClr val="tx1"/>
                          </a:solidFill>
                          <a:latin typeface="Meiryo UI" panose="020B0604030504040204" pitchFamily="50" charset="-128"/>
                          <a:ea typeface="Meiryo UI" panose="020B0604030504040204" pitchFamily="50" charset="-128"/>
                        </a:rPr>
                        <a:t>・新ガイドライン体系構築完了</a:t>
                      </a:r>
                      <a:endParaRPr kumimoji="1" lang="en-US" altLang="ja-JP" sz="850" b="1" dirty="0">
                        <a:solidFill>
                          <a:schemeClr val="tx1"/>
                        </a:solidFill>
                        <a:latin typeface="Meiryo UI" panose="020B0604030504040204" pitchFamily="50" charset="-128"/>
                        <a:ea typeface="Meiryo UI" panose="020B0604030504040204" pitchFamily="50" charset="-128"/>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dirty="0">
                          <a:solidFill>
                            <a:schemeClr val="tx1"/>
                          </a:solidFill>
                          <a:latin typeface="Meiryo UI" panose="020B0604030504040204" pitchFamily="50" charset="-128"/>
                          <a:ea typeface="Meiryo UI" panose="020B0604030504040204" pitchFamily="50" charset="-128"/>
                        </a:rPr>
                        <a:t>・スマホ・</a:t>
                      </a:r>
                      <a:r>
                        <a:rPr kumimoji="1" lang="en-US" altLang="ja-JP" sz="850" b="1" dirty="0">
                          <a:solidFill>
                            <a:schemeClr val="tx1"/>
                          </a:solidFill>
                          <a:latin typeface="Meiryo UI" panose="020B0604030504040204" pitchFamily="50" charset="-128"/>
                          <a:ea typeface="Meiryo UI" panose="020B0604030504040204" pitchFamily="50" charset="-128"/>
                        </a:rPr>
                        <a:t>AI</a:t>
                      </a:r>
                      <a:r>
                        <a:rPr kumimoji="1" lang="ja-JP" altLang="en-US" sz="850" b="1" dirty="0">
                          <a:solidFill>
                            <a:schemeClr val="tx1"/>
                          </a:solidFill>
                          <a:latin typeface="Meiryo UI" panose="020B0604030504040204" pitchFamily="50" charset="-128"/>
                          <a:ea typeface="Meiryo UI" panose="020B0604030504040204" pitchFamily="50" charset="-128"/>
                        </a:rPr>
                        <a:t>活用で使いやすい技術</a:t>
                      </a:r>
                      <a:r>
                        <a:rPr kumimoji="1" lang="en-US" altLang="ja-JP" sz="850" b="1" dirty="0">
                          <a:solidFill>
                            <a:schemeClr val="tx1"/>
                          </a:solidFill>
                          <a:latin typeface="Meiryo UI" panose="020B0604030504040204" pitchFamily="50" charset="-128"/>
                          <a:ea typeface="Meiryo UI" panose="020B0604030504040204" pitchFamily="50" charset="-128"/>
                        </a:rPr>
                        <a:t>GL</a:t>
                      </a:r>
                      <a:r>
                        <a:rPr kumimoji="1" lang="ja-JP" altLang="en-US" sz="850" b="1" dirty="0">
                          <a:solidFill>
                            <a:schemeClr val="tx1"/>
                          </a:solidFill>
                          <a:latin typeface="Meiryo UI" panose="020B0604030504040204" pitchFamily="50" charset="-128"/>
                          <a:ea typeface="Meiryo UI" panose="020B0604030504040204" pitchFamily="50" charset="-128"/>
                        </a:rPr>
                        <a:t>見直し、</a:t>
                      </a:r>
                      <a:endParaRPr kumimoji="1" lang="en-US" altLang="ja-JP" sz="850" b="1" dirty="0">
                        <a:solidFill>
                          <a:schemeClr val="tx1"/>
                        </a:solidFill>
                        <a:latin typeface="Meiryo UI" panose="020B0604030504040204" pitchFamily="50" charset="-128"/>
                        <a:ea typeface="Meiryo UI" panose="020B0604030504040204" pitchFamily="50" charset="-128"/>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850" b="1" dirty="0">
                          <a:solidFill>
                            <a:schemeClr val="tx1"/>
                          </a:solidFill>
                          <a:latin typeface="Meiryo UI" panose="020B0604030504040204" pitchFamily="50" charset="-128"/>
                          <a:ea typeface="Meiryo UI" panose="020B0604030504040204" pitchFamily="50" charset="-128"/>
                        </a:rPr>
                        <a:t> </a:t>
                      </a:r>
                      <a:r>
                        <a:rPr kumimoji="1" lang="ja-JP" altLang="en-US" sz="850" b="1" dirty="0">
                          <a:solidFill>
                            <a:schemeClr val="tx1"/>
                          </a:solidFill>
                          <a:latin typeface="Meiryo UI" panose="020B0604030504040204" pitchFamily="50" charset="-128"/>
                          <a:ea typeface="Meiryo UI" panose="020B0604030504040204" pitchFamily="50" charset="-128"/>
                        </a:rPr>
                        <a:t>設計</a:t>
                      </a:r>
                      <a:r>
                        <a:rPr kumimoji="1" lang="en-US" altLang="ja-JP" sz="850" b="1" dirty="0">
                          <a:solidFill>
                            <a:schemeClr val="tx1"/>
                          </a:solidFill>
                          <a:latin typeface="Meiryo UI" panose="020B0604030504040204" pitchFamily="50" charset="-128"/>
                          <a:ea typeface="Meiryo UI" panose="020B0604030504040204" pitchFamily="50" charset="-128"/>
                        </a:rPr>
                        <a:t>GL</a:t>
                      </a:r>
                      <a:r>
                        <a:rPr kumimoji="1" lang="ja-JP" altLang="en-US" sz="850" b="1" dirty="0">
                          <a:solidFill>
                            <a:schemeClr val="tx1"/>
                          </a:solidFill>
                          <a:latin typeface="Meiryo UI" panose="020B0604030504040204" pitchFamily="50" charset="-128"/>
                          <a:ea typeface="Meiryo UI" panose="020B0604030504040204" pitchFamily="50" charset="-128"/>
                        </a:rPr>
                        <a:t>運用開始。</a:t>
                      </a:r>
                      <a:endParaRPr kumimoji="1" lang="ja-JP" altLang="ja-JP" sz="850" b="1"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i="0" u="none" strike="noStrike" noProof="0" dirty="0">
                          <a:solidFill>
                            <a:schemeClr val="bg1"/>
                          </a:solidFill>
                          <a:latin typeface="Meiryo UI" panose="020B0604030504040204" pitchFamily="50" charset="-128"/>
                          <a:ea typeface="Meiryo UI" panose="020B0604030504040204" pitchFamily="50" charset="-128"/>
                        </a:rPr>
                        <a:t>・設計</a:t>
                      </a:r>
                      <a:r>
                        <a:rPr kumimoji="1" lang="en-US" altLang="ja-JP" sz="850" b="1" i="0" u="none" strike="noStrike" noProof="0" dirty="0">
                          <a:solidFill>
                            <a:schemeClr val="bg1"/>
                          </a:solidFill>
                          <a:latin typeface="Meiryo UI" panose="020B0604030504040204" pitchFamily="50" charset="-128"/>
                          <a:ea typeface="Meiryo UI" panose="020B0604030504040204" pitchFamily="50" charset="-128"/>
                        </a:rPr>
                        <a:t>GL</a:t>
                      </a:r>
                      <a:r>
                        <a:rPr kumimoji="1" lang="ja-JP" altLang="en-US" sz="850" b="1" i="0" u="none" strike="noStrike" noProof="0" dirty="0">
                          <a:solidFill>
                            <a:schemeClr val="bg1"/>
                          </a:solidFill>
                          <a:latin typeface="Meiryo UI" panose="020B0604030504040204" pitchFamily="50" charset="-128"/>
                          <a:ea typeface="Meiryo UI" panose="020B0604030504040204" pitchFamily="50" charset="-128"/>
                        </a:rPr>
                        <a:t>とサービス</a:t>
                      </a:r>
                      <a:r>
                        <a:rPr kumimoji="1" lang="en-US" altLang="ja-JP" sz="850" b="1" i="0" u="none" strike="noStrike" noProof="0" dirty="0">
                          <a:solidFill>
                            <a:schemeClr val="bg1"/>
                          </a:solidFill>
                          <a:latin typeface="Meiryo UI" panose="020B0604030504040204" pitchFamily="50" charset="-128"/>
                          <a:ea typeface="Meiryo UI" panose="020B0604030504040204" pitchFamily="50" charset="-128"/>
                        </a:rPr>
                        <a:t>GL</a:t>
                      </a:r>
                      <a:r>
                        <a:rPr kumimoji="1" lang="ja-JP" altLang="en-US" sz="850" b="1" i="0" u="none" strike="noStrike" noProof="0" dirty="0">
                          <a:solidFill>
                            <a:schemeClr val="bg1"/>
                          </a:solidFill>
                          <a:latin typeface="Meiryo UI" panose="020B0604030504040204" pitchFamily="50" charset="-128"/>
                          <a:ea typeface="Meiryo UI" panose="020B0604030504040204" pitchFamily="50" charset="-128"/>
                        </a:rPr>
                        <a:t>が全社浸透</a:t>
                      </a:r>
                      <a:endParaRPr kumimoji="1" lang="en-US" altLang="ja-JP" sz="850" b="1" i="0" u="none" strike="noStrike" noProof="0" dirty="0">
                        <a:solidFill>
                          <a:schemeClr val="bg1"/>
                        </a:solidFill>
                        <a:latin typeface="Meiryo UI" panose="020B0604030504040204" pitchFamily="50" charset="-128"/>
                        <a:ea typeface="Meiryo UI" panose="020B0604030504040204" pitchFamily="50" charset="-128"/>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i="0" u="none" strike="noStrike" noProof="0" dirty="0">
                          <a:solidFill>
                            <a:schemeClr val="bg1"/>
                          </a:solidFill>
                          <a:latin typeface="Meiryo UI" panose="020B0604030504040204" pitchFamily="50" charset="-128"/>
                          <a:ea typeface="Meiryo UI" panose="020B0604030504040204" pitchFamily="50" charset="-128"/>
                        </a:rPr>
                        <a:t>・</a:t>
                      </a:r>
                      <a:r>
                        <a:rPr kumimoji="1" lang="en-US" altLang="ja-JP" sz="850" b="1" i="0" u="none" strike="noStrike" noProof="0" dirty="0">
                          <a:solidFill>
                            <a:schemeClr val="bg1"/>
                          </a:solidFill>
                          <a:latin typeface="Meiryo UI" panose="020B0604030504040204" pitchFamily="50" charset="-128"/>
                          <a:ea typeface="Meiryo UI" panose="020B0604030504040204" pitchFamily="50" charset="-128"/>
                        </a:rPr>
                        <a:t>AI</a:t>
                      </a:r>
                      <a:r>
                        <a:rPr kumimoji="1" lang="ja-JP" altLang="en-US" sz="850" b="1" i="0" u="none" strike="noStrike" noProof="0" dirty="0">
                          <a:solidFill>
                            <a:schemeClr val="bg1"/>
                          </a:solidFill>
                          <a:latin typeface="Meiryo UI" panose="020B0604030504040204" pitchFamily="50" charset="-128"/>
                          <a:ea typeface="Meiryo UI" panose="020B0604030504040204" pitchFamily="50" charset="-128"/>
                        </a:rPr>
                        <a:t>活用で設計・見積が省力化・標準化</a:t>
                      </a:r>
                      <a:endParaRPr kumimoji="1" lang="ja-JP" altLang="ja-JP" sz="850" b="1" i="0" u="none" strike="noStrike" noProof="0" dirty="0">
                        <a:solidFill>
                          <a:schemeClr val="bg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570509527"/>
                  </a:ext>
                </a:extLst>
              </a:tr>
              <a:tr h="48321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950" b="1" dirty="0">
                          <a:solidFill>
                            <a:srgbClr val="FF0000"/>
                          </a:solidFill>
                          <a:latin typeface="Meiryo UI" panose="020B0604030504040204" pitchFamily="50" charset="-128"/>
                          <a:ea typeface="Meiryo UI" panose="020B0604030504040204" pitchFamily="50" charset="-128"/>
                        </a:rPr>
                        <a:t>　　　　　　　  ③社内情報システムの整備と</a:t>
                      </a:r>
                      <a:endParaRPr kumimoji="1" lang="en-US" altLang="ja-JP" sz="950" b="1" dirty="0">
                        <a:solidFill>
                          <a:srgbClr val="FF0000"/>
                        </a:solidFill>
                        <a:latin typeface="Meiryo UI" panose="020B0604030504040204" pitchFamily="50" charset="-128"/>
                        <a:ea typeface="Meiryo UI" panose="020B0604030504040204" pitchFamily="50" charset="-128"/>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950" b="1" dirty="0">
                          <a:solidFill>
                            <a:srgbClr val="FF0000"/>
                          </a:solidFill>
                          <a:latin typeface="Meiryo UI" panose="020B0604030504040204" pitchFamily="50" charset="-128"/>
                          <a:ea typeface="Meiryo UI" panose="020B0604030504040204" pitchFamily="50" charset="-128"/>
                        </a:rPr>
                        <a:t>　　　　　　　　　　　　　　　　　　　　既存業務の</a:t>
                      </a:r>
                      <a:r>
                        <a:rPr kumimoji="1" lang="en-US" altLang="ja-JP" sz="950" b="1" dirty="0">
                          <a:solidFill>
                            <a:srgbClr val="FF0000"/>
                          </a:solidFill>
                          <a:latin typeface="Meiryo UI" panose="020B0604030504040204" pitchFamily="50" charset="-128"/>
                          <a:ea typeface="Meiryo UI" panose="020B0604030504040204" pitchFamily="50" charset="-128"/>
                        </a:rPr>
                        <a:t>DX</a:t>
                      </a:r>
                      <a:r>
                        <a:rPr kumimoji="1" lang="ja-JP" altLang="en-US" sz="950" b="1" dirty="0">
                          <a:solidFill>
                            <a:srgbClr val="FF0000"/>
                          </a:solidFill>
                          <a:latin typeface="Meiryo UI" panose="020B0604030504040204" pitchFamily="50" charset="-128"/>
                          <a:ea typeface="Meiryo UI" panose="020B0604030504040204" pitchFamily="50" charset="-128"/>
                        </a:rPr>
                        <a:t>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850" b="1" dirty="0">
                          <a:solidFill>
                            <a:schemeClr val="tx1">
                              <a:lumMod val="75000"/>
                              <a:lumOff val="25000"/>
                            </a:schemeClr>
                          </a:solidFill>
                          <a:latin typeface="Meiryo UI" panose="020B0604030504040204" pitchFamily="50" charset="-128"/>
                          <a:ea typeface="Meiryo UI" panose="020B0604030504040204" pitchFamily="50" charset="-128"/>
                        </a:rPr>
                        <a:t>・社内情報システムの複雑さ</a:t>
                      </a:r>
                      <a:endParaRPr kumimoji="1" lang="en-US" altLang="ja-JP" sz="850" b="1" dirty="0">
                        <a:solidFill>
                          <a:schemeClr val="tx1">
                            <a:lumMod val="75000"/>
                            <a:lumOff val="25000"/>
                          </a:schemeClr>
                        </a:solidFill>
                        <a:latin typeface="Meiryo UI" panose="020B0604030504040204" pitchFamily="50" charset="-128"/>
                        <a:ea typeface="Meiryo UI" panose="020B0604030504040204" pitchFamily="50" charset="-128"/>
                      </a:endParaRPr>
                    </a:p>
                    <a:p>
                      <a:pPr algn="l"/>
                      <a:r>
                        <a:rPr kumimoji="1" lang="ja-JP" altLang="en-US" sz="850" b="1" dirty="0">
                          <a:solidFill>
                            <a:schemeClr val="tx1">
                              <a:lumMod val="75000"/>
                              <a:lumOff val="25000"/>
                            </a:schemeClr>
                          </a:solidFill>
                          <a:latin typeface="Meiryo UI" panose="020B0604030504040204" pitchFamily="50" charset="-128"/>
                          <a:ea typeface="Meiryo UI" panose="020B0604030504040204" pitchFamily="50" charset="-128"/>
                        </a:rPr>
                        <a:t>・業務の属人化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dirty="0">
                          <a:solidFill>
                            <a:schemeClr val="tx1"/>
                          </a:solidFill>
                          <a:latin typeface="Meiryo UI" panose="020B0604030504040204" pitchFamily="50" charset="-128"/>
                          <a:ea typeface="Meiryo UI" panose="020B0604030504040204" pitchFamily="50" charset="-128"/>
                        </a:rPr>
                        <a:t>・人事労務システム導入、脆弱性診断開始</a:t>
                      </a:r>
                      <a:endParaRPr kumimoji="1" lang="en-US" altLang="ja-JP" sz="850" b="1" dirty="0">
                        <a:solidFill>
                          <a:schemeClr val="tx1"/>
                        </a:solidFill>
                        <a:latin typeface="Meiryo UI" panose="020B0604030504040204" pitchFamily="50" charset="-128"/>
                        <a:ea typeface="Meiryo UI" panose="020B0604030504040204" pitchFamily="50" charset="-128"/>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dirty="0">
                          <a:solidFill>
                            <a:schemeClr val="tx1"/>
                          </a:solidFill>
                          <a:latin typeface="Meiryo UI" panose="020B0604030504040204" pitchFamily="50" charset="-128"/>
                          <a:ea typeface="Meiryo UI" panose="020B0604030504040204" pitchFamily="50" charset="-128"/>
                        </a:rPr>
                        <a:t>・基幹システム次期ベンダー選定、</a:t>
                      </a:r>
                      <a:r>
                        <a:rPr kumimoji="1" lang="en-US" altLang="ja-JP" sz="850" b="1" dirty="0">
                          <a:solidFill>
                            <a:schemeClr val="tx1"/>
                          </a:solidFill>
                          <a:latin typeface="Meiryo UI" panose="020B0604030504040204" pitchFamily="50" charset="-128"/>
                          <a:ea typeface="Meiryo UI" panose="020B0604030504040204" pitchFamily="50" charset="-128"/>
                        </a:rPr>
                        <a:t>DX</a:t>
                      </a:r>
                      <a:r>
                        <a:rPr kumimoji="1" lang="ja-JP" altLang="en-US" sz="850" b="1" dirty="0">
                          <a:solidFill>
                            <a:schemeClr val="tx1"/>
                          </a:solidFill>
                          <a:latin typeface="Meiryo UI" panose="020B0604030504040204" pitchFamily="50" charset="-128"/>
                          <a:ea typeface="Meiryo UI" panose="020B0604030504040204" pitchFamily="50" charset="-128"/>
                        </a:rPr>
                        <a:t>化計画を</a:t>
                      </a:r>
                      <a:endParaRPr kumimoji="1" lang="en-US" altLang="ja-JP" sz="850" b="1" dirty="0">
                        <a:solidFill>
                          <a:schemeClr val="tx1"/>
                        </a:solidFill>
                        <a:latin typeface="Meiryo UI" panose="020B0604030504040204" pitchFamily="50" charset="-128"/>
                        <a:ea typeface="Meiryo UI" panose="020B0604030504040204" pitchFamily="50" charset="-128"/>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dirty="0">
                          <a:solidFill>
                            <a:schemeClr val="tx1"/>
                          </a:solidFill>
                          <a:latin typeface="Meiryo UI" panose="020B0604030504040204" pitchFamily="50" charset="-128"/>
                          <a:ea typeface="Meiryo UI" panose="020B0604030504040204" pitchFamily="50" charset="-128"/>
                        </a:rPr>
                        <a:t> 推進</a:t>
                      </a:r>
                      <a:endParaRPr kumimoji="1" lang="ja-JP" altLang="ja-JP" sz="850" b="1"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i="0" u="none" strike="noStrike" noProof="0" dirty="0">
                          <a:solidFill>
                            <a:schemeClr val="bg1"/>
                          </a:solidFill>
                          <a:latin typeface="Meiryo UI" panose="020B0604030504040204" pitchFamily="50" charset="-128"/>
                          <a:ea typeface="Meiryo UI" panose="020B0604030504040204" pitchFamily="50" charset="-128"/>
                        </a:rPr>
                        <a:t>・</a:t>
                      </a:r>
                      <a:r>
                        <a:rPr kumimoji="1" lang="en-US" altLang="ja-JP" sz="850" b="1" i="0" u="none" strike="noStrike" noProof="0" dirty="0">
                          <a:solidFill>
                            <a:schemeClr val="bg1"/>
                          </a:solidFill>
                          <a:latin typeface="Meiryo UI" panose="020B0604030504040204" pitchFamily="50" charset="-128"/>
                          <a:ea typeface="Meiryo UI" panose="020B0604030504040204" pitchFamily="50" charset="-128"/>
                        </a:rPr>
                        <a:t>DX</a:t>
                      </a:r>
                      <a:r>
                        <a:rPr kumimoji="1" lang="ja-JP" altLang="en-US" sz="850" b="1" i="0" u="none" strike="noStrike" noProof="0" dirty="0">
                          <a:solidFill>
                            <a:schemeClr val="bg1"/>
                          </a:solidFill>
                          <a:latin typeface="Meiryo UI" panose="020B0604030504040204" pitchFamily="50" charset="-128"/>
                          <a:ea typeface="Meiryo UI" panose="020B0604030504040204" pitchFamily="50" charset="-128"/>
                        </a:rPr>
                        <a:t>・</a:t>
                      </a:r>
                      <a:r>
                        <a:rPr kumimoji="1" lang="en-US" altLang="ja-JP" sz="850" b="1" i="0" u="none" strike="noStrike" noProof="0" dirty="0">
                          <a:solidFill>
                            <a:schemeClr val="bg1"/>
                          </a:solidFill>
                          <a:latin typeface="Meiryo UI" panose="020B0604030504040204" pitchFamily="50" charset="-128"/>
                          <a:ea typeface="Meiryo UI" panose="020B0604030504040204" pitchFamily="50" charset="-128"/>
                        </a:rPr>
                        <a:t>AI</a:t>
                      </a:r>
                      <a:r>
                        <a:rPr kumimoji="1" lang="ja-JP" altLang="en-US" sz="850" b="1" i="0" u="none" strike="noStrike" noProof="0" dirty="0">
                          <a:solidFill>
                            <a:schemeClr val="bg1"/>
                          </a:solidFill>
                          <a:latin typeface="Meiryo UI" panose="020B0604030504040204" pitchFamily="50" charset="-128"/>
                          <a:ea typeface="Meiryo UI" panose="020B0604030504040204" pitchFamily="50" charset="-128"/>
                        </a:rPr>
                        <a:t>導入で業務効率化完了</a:t>
                      </a:r>
                      <a:endParaRPr kumimoji="1" lang="en-US" altLang="ja-JP" sz="850" b="1" i="0" u="none" strike="noStrike" noProof="0" dirty="0">
                        <a:solidFill>
                          <a:schemeClr val="bg1"/>
                        </a:solidFill>
                        <a:latin typeface="Meiryo UI" panose="020B0604030504040204" pitchFamily="50" charset="-128"/>
                        <a:ea typeface="Meiryo UI" panose="020B0604030504040204" pitchFamily="50" charset="-128"/>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i="0" u="none" strike="noStrike" noProof="0" dirty="0">
                          <a:solidFill>
                            <a:schemeClr val="bg1"/>
                          </a:solidFill>
                          <a:latin typeface="Meiryo UI" panose="020B0604030504040204" pitchFamily="50" charset="-128"/>
                          <a:ea typeface="Meiryo UI" panose="020B0604030504040204" pitchFamily="50" charset="-128"/>
                        </a:rPr>
                        <a:t>・人事評価・給与連動システム運用、属人化排除</a:t>
                      </a:r>
                      <a:endParaRPr kumimoji="1" lang="ja-JP" altLang="ja-JP" sz="850" b="1" i="0" u="none" strike="noStrike" noProof="0" dirty="0">
                        <a:solidFill>
                          <a:schemeClr val="bg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066746180"/>
                  </a:ext>
                </a:extLst>
              </a:tr>
              <a:tr h="48321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950" b="1" dirty="0">
                          <a:solidFill>
                            <a:srgbClr val="FF0000"/>
                          </a:solidFill>
                          <a:latin typeface="Meiryo UI"/>
                          <a:ea typeface="Meiryo UI"/>
                        </a:rPr>
                        <a:t>　　　　　　　  ④</a:t>
                      </a:r>
                      <a:r>
                        <a:rPr lang="ja-JP" altLang="en-US" sz="950" b="1" dirty="0">
                          <a:solidFill>
                            <a:srgbClr val="FF0000"/>
                          </a:solidFill>
                          <a:latin typeface="Meiryo UI"/>
                          <a:ea typeface="Meiryo UI"/>
                        </a:rPr>
                        <a:t>競争優位オリジナル商品の</a:t>
                      </a:r>
                      <a:r>
                        <a:rPr kumimoji="1" lang="ja-JP" altLang="en-US" sz="950" b="1" dirty="0">
                          <a:solidFill>
                            <a:srgbClr val="FF0000"/>
                          </a:solidFill>
                          <a:latin typeface="Meiryo UI"/>
                          <a:ea typeface="Meiryo UI"/>
                        </a:rPr>
                        <a:t>開発 </a:t>
                      </a:r>
                      <a:endParaRPr kumimoji="1" lang="en-US" altLang="ja-JP" sz="950" b="1" dirty="0">
                        <a:solidFill>
                          <a:srgbClr val="FF0000"/>
                        </a:solidFill>
                        <a:latin typeface="Meiryo UI"/>
                        <a:ea typeface="Meiryo U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850" b="1" dirty="0">
                          <a:solidFill>
                            <a:schemeClr val="tx1">
                              <a:lumMod val="75000"/>
                              <a:lumOff val="25000"/>
                            </a:schemeClr>
                          </a:solidFill>
                          <a:latin typeface="Meiryo UI" panose="020B0604030504040204" pitchFamily="50" charset="-128"/>
                          <a:ea typeface="Meiryo UI" panose="020B0604030504040204" pitchFamily="50" charset="-128"/>
                        </a:rPr>
                        <a:t>・オリジナル商品開発の未達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dirty="0">
                          <a:solidFill>
                            <a:schemeClr val="tx1"/>
                          </a:solidFill>
                          <a:latin typeface="Meiryo UI" panose="020B0604030504040204" pitchFamily="50" charset="-128"/>
                          <a:ea typeface="Meiryo UI" panose="020B0604030504040204" pitchFamily="50" charset="-128"/>
                        </a:rPr>
                        <a:t>・</a:t>
                      </a:r>
                      <a:r>
                        <a:rPr kumimoji="1" lang="en-US" altLang="ja-JP" sz="850" b="1" dirty="0">
                          <a:solidFill>
                            <a:schemeClr val="tx1"/>
                          </a:solidFill>
                          <a:latin typeface="Meiryo UI" panose="020B0604030504040204" pitchFamily="50" charset="-128"/>
                          <a:ea typeface="Meiryo UI" panose="020B0604030504040204" pitchFamily="50" charset="-128"/>
                        </a:rPr>
                        <a:t>LED</a:t>
                      </a:r>
                      <a:r>
                        <a:rPr kumimoji="1" lang="ja-JP" altLang="en-US" sz="850" b="1" dirty="0">
                          <a:solidFill>
                            <a:schemeClr val="tx1"/>
                          </a:solidFill>
                          <a:latin typeface="Meiryo UI" panose="020B0604030504040204" pitchFamily="50" charset="-128"/>
                          <a:ea typeface="Meiryo UI" panose="020B0604030504040204" pitchFamily="50" charset="-128"/>
                        </a:rPr>
                        <a:t>化、新殺鼠剤製造開始、スマート防虫導入</a:t>
                      </a:r>
                      <a:endParaRPr kumimoji="1" lang="en-US" altLang="ja-JP" sz="850" b="1" dirty="0">
                        <a:solidFill>
                          <a:schemeClr val="tx1"/>
                        </a:solidFill>
                        <a:latin typeface="Meiryo UI" panose="020B0604030504040204" pitchFamily="50" charset="-128"/>
                        <a:ea typeface="Meiryo UI" panose="020B0604030504040204" pitchFamily="50" charset="-128"/>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dirty="0">
                          <a:solidFill>
                            <a:schemeClr val="tx1"/>
                          </a:solidFill>
                          <a:latin typeface="Meiryo UI" panose="020B0604030504040204" pitchFamily="50" charset="-128"/>
                          <a:ea typeface="Meiryo UI" panose="020B0604030504040204" pitchFamily="50" charset="-128"/>
                        </a:rPr>
                        <a:t>・オリジナル商品リニューアル計画どおり市場投入</a:t>
                      </a:r>
                      <a:endParaRPr kumimoji="1" lang="ja-JP" altLang="ja-JP" sz="850" b="1"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i="0" u="none" strike="noStrike" noProof="0" dirty="0">
                          <a:solidFill>
                            <a:schemeClr val="bg1"/>
                          </a:solidFill>
                          <a:latin typeface="Meiryo UI" panose="020B0604030504040204" pitchFamily="50" charset="-128"/>
                          <a:ea typeface="Meiryo UI" panose="020B0604030504040204" pitchFamily="50" charset="-128"/>
                        </a:rPr>
                        <a:t>・複数の競争優位商品上市</a:t>
                      </a:r>
                      <a:endParaRPr kumimoji="1" lang="en-US" altLang="ja-JP" sz="850" b="1" i="0" u="none" strike="noStrike" noProof="0" dirty="0">
                        <a:solidFill>
                          <a:schemeClr val="bg1"/>
                        </a:solidFill>
                        <a:latin typeface="Meiryo UI" panose="020B0604030504040204" pitchFamily="50" charset="-128"/>
                        <a:ea typeface="Meiryo UI" panose="020B0604030504040204" pitchFamily="50" charset="-128"/>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i="0" u="none" strike="noStrike" noProof="0" dirty="0">
                          <a:solidFill>
                            <a:schemeClr val="bg1"/>
                          </a:solidFill>
                          <a:latin typeface="Meiryo UI" panose="020B0604030504040204" pitchFamily="50" charset="-128"/>
                          <a:ea typeface="Meiryo UI" panose="020B0604030504040204" pitchFamily="50" charset="-128"/>
                        </a:rPr>
                        <a:t>・新防虫システム運用、新市場サービス商品展開</a:t>
                      </a:r>
                      <a:endParaRPr kumimoji="1" lang="ja-JP" altLang="ja-JP" sz="850" b="1" i="0" u="none" strike="noStrike" noProof="0" dirty="0">
                        <a:solidFill>
                          <a:schemeClr val="bg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95975190"/>
                  </a:ext>
                </a:extLst>
              </a:tr>
              <a:tr h="50995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950" b="1" dirty="0">
                          <a:solidFill>
                            <a:srgbClr val="FF0000"/>
                          </a:solidFill>
                          <a:latin typeface="Meiryo UI" panose="020B0604030504040204" pitchFamily="50" charset="-128"/>
                          <a:ea typeface="Meiryo UI" panose="020B0604030504040204" pitchFamily="50" charset="-128"/>
                        </a:rPr>
                        <a:t>　　　　　　　  ④トラップ同定</a:t>
                      </a:r>
                      <a:r>
                        <a:rPr kumimoji="1" lang="en-US" altLang="ja-JP" sz="950" b="1" dirty="0">
                          <a:solidFill>
                            <a:srgbClr val="FF0000"/>
                          </a:solidFill>
                          <a:latin typeface="Meiryo UI" panose="020B0604030504040204" pitchFamily="50" charset="-128"/>
                          <a:ea typeface="Meiryo UI" panose="020B0604030504040204" pitchFamily="50" charset="-128"/>
                        </a:rPr>
                        <a:t>AI</a:t>
                      </a:r>
                      <a:r>
                        <a:rPr kumimoji="1" lang="ja-JP" altLang="en-US" sz="950" b="1" dirty="0">
                          <a:solidFill>
                            <a:srgbClr val="FF0000"/>
                          </a:solidFill>
                          <a:latin typeface="Meiryo UI" panose="020B0604030504040204" pitchFamily="50" charset="-128"/>
                          <a:ea typeface="Meiryo UI" panose="020B0604030504040204" pitchFamily="50" charset="-128"/>
                        </a:rPr>
                        <a:t>の導入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850" b="1" dirty="0">
                          <a:solidFill>
                            <a:schemeClr val="tx1">
                              <a:lumMod val="75000"/>
                              <a:lumOff val="25000"/>
                            </a:schemeClr>
                          </a:solidFill>
                          <a:latin typeface="Meiryo UI" panose="020B0604030504040204" pitchFamily="50" charset="-128"/>
                          <a:ea typeface="Meiryo UI" panose="020B0604030504040204" pitchFamily="50" charset="-128"/>
                        </a:rPr>
                        <a:t>・トラップ同定の持続性不安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dirty="0">
                          <a:solidFill>
                            <a:schemeClr val="tx1"/>
                          </a:solidFill>
                          <a:latin typeface="Meiryo UI" panose="020B0604030504040204" pitchFamily="50" charset="-128"/>
                          <a:ea typeface="Meiryo UI" panose="020B0604030504040204" pitchFamily="50" charset="-128"/>
                        </a:rPr>
                        <a:t>・東センターで</a:t>
                      </a:r>
                      <a:r>
                        <a:rPr kumimoji="1" lang="en-US" altLang="ja-JP" sz="850" b="1" dirty="0">
                          <a:solidFill>
                            <a:schemeClr val="tx1"/>
                          </a:solidFill>
                          <a:latin typeface="Meiryo UI" panose="020B0604030504040204" pitchFamily="50" charset="-128"/>
                          <a:ea typeface="Meiryo UI" panose="020B0604030504040204" pitchFamily="50" charset="-128"/>
                        </a:rPr>
                        <a:t>AI</a:t>
                      </a:r>
                      <a:r>
                        <a:rPr kumimoji="1" lang="ja-JP" altLang="en-US" sz="850" b="1" dirty="0">
                          <a:solidFill>
                            <a:schemeClr val="tx1"/>
                          </a:solidFill>
                          <a:latin typeface="Meiryo UI" panose="020B0604030504040204" pitchFamily="50" charset="-128"/>
                          <a:ea typeface="Meiryo UI" panose="020B0604030504040204" pitchFamily="50" charset="-128"/>
                        </a:rPr>
                        <a:t>同定システム運用開始</a:t>
                      </a:r>
                      <a:endParaRPr kumimoji="1" lang="en-US" altLang="ja-JP" sz="850" b="1" dirty="0">
                        <a:solidFill>
                          <a:schemeClr val="tx1"/>
                        </a:solidFill>
                        <a:latin typeface="Meiryo UI" panose="020B0604030504040204" pitchFamily="50" charset="-128"/>
                        <a:ea typeface="Meiryo UI" panose="020B0604030504040204" pitchFamily="50" charset="-128"/>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dirty="0">
                          <a:solidFill>
                            <a:schemeClr val="tx1"/>
                          </a:solidFill>
                          <a:latin typeface="Meiryo UI" panose="020B0604030504040204" pitchFamily="50" charset="-128"/>
                          <a:ea typeface="Meiryo UI" panose="020B0604030504040204" pitchFamily="50" charset="-128"/>
                        </a:rPr>
                        <a:t>・価格体系、契約メニュー確定、</a:t>
                      </a:r>
                      <a:r>
                        <a:rPr kumimoji="1" lang="en-US" altLang="ja-JP" sz="850" b="1" dirty="0">
                          <a:solidFill>
                            <a:schemeClr val="tx1"/>
                          </a:solidFill>
                          <a:latin typeface="Meiryo UI" panose="020B0604030504040204" pitchFamily="50" charset="-128"/>
                          <a:ea typeface="Meiryo UI" panose="020B0604030504040204" pitchFamily="50" charset="-128"/>
                        </a:rPr>
                        <a:t>AI</a:t>
                      </a:r>
                      <a:r>
                        <a:rPr kumimoji="1" lang="ja-JP" altLang="en-US" sz="850" b="1" dirty="0">
                          <a:solidFill>
                            <a:schemeClr val="tx1"/>
                          </a:solidFill>
                          <a:latin typeface="Meiryo UI" panose="020B0604030504040204" pitchFamily="50" charset="-128"/>
                          <a:ea typeface="Meiryo UI" panose="020B0604030504040204" pitchFamily="50" charset="-128"/>
                        </a:rPr>
                        <a:t>開発完了</a:t>
                      </a:r>
                      <a:endParaRPr kumimoji="1" lang="en-US" altLang="ja-JP" sz="850" b="1"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sz="850" b="1" i="0" u="none" strike="noStrike" noProof="0" dirty="0">
                          <a:solidFill>
                            <a:schemeClr val="bg1"/>
                          </a:solidFill>
                          <a:latin typeface="Meiryo UI" panose="020B0604030504040204" pitchFamily="50" charset="-128"/>
                          <a:ea typeface="Meiryo UI" panose="020B0604030504040204" pitchFamily="50" charset="-128"/>
                        </a:rPr>
                        <a:t>・東西センターで</a:t>
                      </a:r>
                      <a:r>
                        <a:rPr lang="en-US" altLang="ja-JP" sz="850" b="1" i="0" u="none" strike="noStrike" noProof="0" dirty="0">
                          <a:solidFill>
                            <a:schemeClr val="bg1"/>
                          </a:solidFill>
                          <a:latin typeface="Meiryo UI" panose="020B0604030504040204" pitchFamily="50" charset="-128"/>
                          <a:ea typeface="Meiryo UI" panose="020B0604030504040204" pitchFamily="50" charset="-128"/>
                        </a:rPr>
                        <a:t>AI</a:t>
                      </a:r>
                      <a:r>
                        <a:rPr lang="ja-JP" altLang="en-US" sz="850" b="1" i="0" u="none" strike="noStrike" noProof="0" dirty="0">
                          <a:solidFill>
                            <a:schemeClr val="bg1"/>
                          </a:solidFill>
                          <a:latin typeface="Meiryo UI" panose="020B0604030504040204" pitchFamily="50" charset="-128"/>
                          <a:ea typeface="Meiryo UI" panose="020B0604030504040204" pitchFamily="50" charset="-128"/>
                        </a:rPr>
                        <a:t>稼働、全国運用実現</a:t>
                      </a:r>
                      <a:endParaRPr lang="en-US" altLang="ja-JP" sz="850" b="1" i="0" u="none" strike="noStrike" noProof="0" dirty="0">
                        <a:solidFill>
                          <a:schemeClr val="bg1"/>
                        </a:solidFill>
                        <a:latin typeface="Meiryo UI" panose="020B0604030504040204" pitchFamily="50" charset="-128"/>
                        <a:ea typeface="Meiryo UI" panose="020B0604030504040204" pitchFamily="50" charset="-128"/>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sz="850" b="1" i="0" u="none" strike="noStrike" noProof="0" dirty="0">
                          <a:solidFill>
                            <a:schemeClr val="bg1"/>
                          </a:solidFill>
                          <a:latin typeface="Meiryo UI" panose="020B0604030504040204" pitchFamily="50" charset="-128"/>
                          <a:ea typeface="Meiryo UI" panose="020B0604030504040204" pitchFamily="50" charset="-128"/>
                        </a:rPr>
                        <a:t>・スマート防虫への</a:t>
                      </a:r>
                      <a:r>
                        <a:rPr lang="en-US" altLang="ja-JP" sz="850" b="1" i="0" u="none" strike="noStrike" noProof="0" dirty="0">
                          <a:solidFill>
                            <a:schemeClr val="bg1"/>
                          </a:solidFill>
                          <a:latin typeface="Meiryo UI" panose="020B0604030504040204" pitchFamily="50" charset="-128"/>
                          <a:ea typeface="Meiryo UI" panose="020B0604030504040204" pitchFamily="50" charset="-128"/>
                        </a:rPr>
                        <a:t>AI</a:t>
                      </a:r>
                      <a:r>
                        <a:rPr lang="ja-JP" altLang="en-US" sz="850" b="1" i="0" u="none" strike="noStrike" noProof="0" dirty="0">
                          <a:solidFill>
                            <a:schemeClr val="bg1"/>
                          </a:solidFill>
                          <a:latin typeface="Meiryo UI" panose="020B0604030504040204" pitchFamily="50" charset="-128"/>
                          <a:ea typeface="Meiryo UI" panose="020B0604030504040204" pitchFamily="50" charset="-128"/>
                        </a:rPr>
                        <a:t>導入完了</a:t>
                      </a:r>
                      <a:endParaRPr lang="ja-JP" altLang="ja-JP" sz="850" b="1" i="0" u="none" strike="noStrike" noProof="0" dirty="0">
                        <a:solidFill>
                          <a:schemeClr val="bg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609319781"/>
                  </a:ext>
                </a:extLst>
              </a:tr>
              <a:tr h="48321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950" b="1" dirty="0">
                          <a:solidFill>
                            <a:srgbClr val="FF0000"/>
                          </a:solidFill>
                          <a:latin typeface="Meiryo UI" panose="020B0604030504040204" pitchFamily="50" charset="-128"/>
                          <a:ea typeface="Meiryo UI" panose="020B0604030504040204" pitchFamily="50" charset="-128"/>
                        </a:rPr>
                        <a:t>　　　　　　　  ⑤消費者向け市場の拡大推進</a:t>
                      </a:r>
                      <a:endParaRPr kumimoji="1" lang="en-US" altLang="ja-JP" sz="950" b="1" dirty="0">
                        <a:solidFill>
                          <a:srgbClr val="FF0000"/>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850" b="1" dirty="0">
                          <a:solidFill>
                            <a:schemeClr val="tx1">
                              <a:lumMod val="75000"/>
                              <a:lumOff val="25000"/>
                            </a:schemeClr>
                          </a:solidFill>
                          <a:latin typeface="Meiryo UI" panose="020B0604030504040204" pitchFamily="50" charset="-128"/>
                          <a:ea typeface="Meiryo UI" panose="020B0604030504040204" pitchFamily="50" charset="-128"/>
                        </a:rPr>
                        <a:t>・商流</a:t>
                      </a:r>
                      <a:r>
                        <a:rPr kumimoji="1" lang="en-US" altLang="ja-JP" sz="850" b="1" dirty="0">
                          <a:solidFill>
                            <a:schemeClr val="tx1">
                              <a:lumMod val="75000"/>
                              <a:lumOff val="25000"/>
                            </a:schemeClr>
                          </a:solidFill>
                          <a:latin typeface="Meiryo UI" panose="020B0604030504040204" pitchFamily="50" charset="-128"/>
                          <a:ea typeface="Meiryo UI" panose="020B0604030504040204" pitchFamily="50" charset="-128"/>
                        </a:rPr>
                        <a:t>､</a:t>
                      </a:r>
                      <a:r>
                        <a:rPr kumimoji="1" lang="ja-JP" altLang="en-US" sz="850" b="1" dirty="0">
                          <a:solidFill>
                            <a:schemeClr val="tx1">
                              <a:lumMod val="75000"/>
                              <a:lumOff val="25000"/>
                            </a:schemeClr>
                          </a:solidFill>
                          <a:latin typeface="Meiryo UI" panose="020B0604030504040204" pitchFamily="50" charset="-128"/>
                          <a:ea typeface="Meiryo UI" panose="020B0604030504040204" pitchFamily="50" charset="-128"/>
                        </a:rPr>
                        <a:t>商品</a:t>
                      </a:r>
                      <a:r>
                        <a:rPr kumimoji="1" lang="en-US" altLang="ja-JP" sz="850" b="1" dirty="0">
                          <a:solidFill>
                            <a:schemeClr val="tx1">
                              <a:lumMod val="75000"/>
                              <a:lumOff val="25000"/>
                            </a:schemeClr>
                          </a:solidFill>
                          <a:latin typeface="Meiryo UI" panose="020B0604030504040204" pitchFamily="50" charset="-128"/>
                          <a:ea typeface="Meiryo UI" panose="020B0604030504040204" pitchFamily="50" charset="-128"/>
                        </a:rPr>
                        <a:t>､</a:t>
                      </a:r>
                      <a:r>
                        <a:rPr kumimoji="1" lang="ja-JP" altLang="en-US" sz="850" b="1" dirty="0">
                          <a:solidFill>
                            <a:schemeClr val="tx1">
                              <a:lumMod val="75000"/>
                              <a:lumOff val="25000"/>
                            </a:schemeClr>
                          </a:solidFill>
                          <a:latin typeface="Meiryo UI" panose="020B0604030504040204" pitchFamily="50" charset="-128"/>
                          <a:ea typeface="Meiryo UI" panose="020B0604030504040204" pitchFamily="50" charset="-128"/>
                        </a:rPr>
                        <a:t>サービス固定化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dirty="0">
                          <a:solidFill>
                            <a:schemeClr val="tx1"/>
                          </a:solidFill>
                          <a:latin typeface="Meiryo UI" panose="020B0604030504040204" pitchFamily="50" charset="-128"/>
                          <a:ea typeface="Meiryo UI" panose="020B0604030504040204" pitchFamily="50" charset="-128"/>
                        </a:rPr>
                        <a:t>・殺虫剤以外の売上安定成長</a:t>
                      </a:r>
                      <a:endParaRPr kumimoji="1" lang="en-US" altLang="ja-JP" sz="850" b="1" dirty="0">
                        <a:solidFill>
                          <a:schemeClr val="tx1"/>
                        </a:solidFill>
                        <a:latin typeface="Meiryo UI" panose="020B0604030504040204" pitchFamily="50" charset="-128"/>
                        <a:ea typeface="Meiryo UI" panose="020B0604030504040204" pitchFamily="50" charset="-128"/>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dirty="0">
                          <a:solidFill>
                            <a:schemeClr val="tx1"/>
                          </a:solidFill>
                          <a:latin typeface="Meiryo UI" panose="020B0604030504040204" pitchFamily="50" charset="-128"/>
                          <a:ea typeface="Meiryo UI" panose="020B0604030504040204" pitchFamily="50" charset="-128"/>
                        </a:rPr>
                        <a:t>・</a:t>
                      </a:r>
                      <a:r>
                        <a:rPr kumimoji="1" lang="en-US" altLang="ja-JP" sz="850" b="1" dirty="0">
                          <a:solidFill>
                            <a:schemeClr val="tx1"/>
                          </a:solidFill>
                          <a:latin typeface="Meiryo UI" panose="020B0604030504040204" pitchFamily="50" charset="-128"/>
                          <a:ea typeface="Meiryo UI" panose="020B0604030504040204" pitchFamily="50" charset="-128"/>
                        </a:rPr>
                        <a:t>EC</a:t>
                      </a:r>
                      <a:r>
                        <a:rPr kumimoji="1" lang="ja-JP" altLang="en-US" sz="850" b="1" dirty="0">
                          <a:solidFill>
                            <a:schemeClr val="tx1"/>
                          </a:solidFill>
                          <a:latin typeface="Meiryo UI" panose="020B0604030504040204" pitchFamily="50" charset="-128"/>
                          <a:ea typeface="Meiryo UI" panose="020B0604030504040204" pitchFamily="50" charset="-128"/>
                        </a:rPr>
                        <a:t>強化、防蟻施工刷新（新サービス構築）</a:t>
                      </a:r>
                      <a:endParaRPr kumimoji="1" lang="ja-JP" altLang="ja-JP" sz="850" b="1"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i="0" u="none" strike="noStrike" noProof="0" dirty="0">
                          <a:solidFill>
                            <a:schemeClr val="bg1"/>
                          </a:solidFill>
                          <a:latin typeface="Meiryo UI" panose="020B0604030504040204" pitchFamily="50" charset="-128"/>
                          <a:ea typeface="Meiryo UI" panose="020B0604030504040204" pitchFamily="50" charset="-128"/>
                        </a:rPr>
                        <a:t>・イカリブランド認知度向上</a:t>
                      </a:r>
                      <a:endParaRPr kumimoji="1" lang="en-US" altLang="ja-JP" sz="850" b="1" i="0" u="none" strike="noStrike" noProof="0" dirty="0">
                        <a:solidFill>
                          <a:schemeClr val="bg1"/>
                        </a:solidFill>
                        <a:latin typeface="Meiryo UI" panose="020B0604030504040204" pitchFamily="50" charset="-128"/>
                        <a:ea typeface="Meiryo UI" panose="020B0604030504040204" pitchFamily="50" charset="-128"/>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850" b="1" i="0" u="none" strike="noStrike" noProof="0" dirty="0">
                          <a:solidFill>
                            <a:schemeClr val="bg1"/>
                          </a:solidFill>
                          <a:latin typeface="Meiryo UI" panose="020B0604030504040204" pitchFamily="50" charset="-128"/>
                          <a:ea typeface="Meiryo UI" panose="020B0604030504040204" pitchFamily="50" charset="-128"/>
                        </a:rPr>
                        <a:t>・</a:t>
                      </a:r>
                      <a:r>
                        <a:rPr kumimoji="1" lang="en-US" altLang="ja-JP" sz="850" b="1" i="0" u="none" strike="noStrike" noProof="0" dirty="0">
                          <a:solidFill>
                            <a:schemeClr val="bg1"/>
                          </a:solidFill>
                          <a:latin typeface="Meiryo UI" panose="020B0604030504040204" pitchFamily="50" charset="-128"/>
                          <a:ea typeface="Meiryo UI" panose="020B0604030504040204" pitchFamily="50" charset="-128"/>
                        </a:rPr>
                        <a:t>EC</a:t>
                      </a:r>
                      <a:r>
                        <a:rPr kumimoji="1" lang="ja-JP" altLang="en-US" sz="850" b="1" i="0" u="none" strike="noStrike" noProof="0" dirty="0">
                          <a:solidFill>
                            <a:schemeClr val="bg1"/>
                          </a:solidFill>
                          <a:latin typeface="Meiryo UI" panose="020B0604030504040204" pitchFamily="50" charset="-128"/>
                          <a:ea typeface="Meiryo UI" panose="020B0604030504040204" pitchFamily="50" charset="-128"/>
                        </a:rPr>
                        <a:t>販売拡大、消費者向け商品の売上・利益</a:t>
                      </a:r>
                      <a:endParaRPr kumimoji="1" lang="en-US" altLang="ja-JP" sz="850" b="1" i="0" u="none" strike="noStrike" noProof="0" dirty="0">
                        <a:solidFill>
                          <a:schemeClr val="bg1"/>
                        </a:solidFill>
                        <a:latin typeface="Meiryo UI" panose="020B0604030504040204" pitchFamily="50" charset="-128"/>
                        <a:ea typeface="Meiryo UI" panose="020B0604030504040204" pitchFamily="50" charset="-128"/>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850" b="1" i="0" u="none" strike="noStrike" noProof="0" dirty="0">
                          <a:solidFill>
                            <a:schemeClr val="bg1"/>
                          </a:solidFill>
                          <a:latin typeface="Meiryo UI" panose="020B0604030504040204" pitchFamily="50" charset="-128"/>
                          <a:ea typeface="Meiryo UI" panose="020B0604030504040204" pitchFamily="50" charset="-128"/>
                        </a:rPr>
                        <a:t> </a:t>
                      </a:r>
                      <a:r>
                        <a:rPr kumimoji="1" lang="ja-JP" altLang="en-US" sz="850" b="1" i="0" u="none" strike="noStrike" noProof="0" dirty="0">
                          <a:solidFill>
                            <a:schemeClr val="bg1"/>
                          </a:solidFill>
                          <a:latin typeface="Meiryo UI" panose="020B0604030504040204" pitchFamily="50" charset="-128"/>
                          <a:ea typeface="Meiryo UI" panose="020B0604030504040204" pitchFamily="50" charset="-128"/>
                        </a:rPr>
                        <a:t>増加</a:t>
                      </a:r>
                      <a:endParaRPr kumimoji="1" lang="ja-JP" altLang="ja-JP" sz="850" b="1" i="0" u="none" strike="noStrike" noProof="0" dirty="0">
                        <a:solidFill>
                          <a:schemeClr val="bg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38185258"/>
                  </a:ext>
                </a:extLst>
              </a:tr>
              <a:tr h="53249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950" b="1" dirty="0">
                          <a:solidFill>
                            <a:srgbClr val="FF0000"/>
                          </a:solidFill>
                          <a:latin typeface="Meiryo UI" panose="020B0604030504040204" pitchFamily="50" charset="-128"/>
                          <a:ea typeface="Meiryo UI" panose="020B0604030504040204" pitchFamily="50" charset="-128"/>
                        </a:rPr>
                        <a:t>　　　　　　　  ⑥役務パートナー拡大に向けた</a:t>
                      </a:r>
                      <a:endParaRPr kumimoji="1" lang="en-US" altLang="ja-JP" sz="950" b="1" dirty="0">
                        <a:solidFill>
                          <a:srgbClr val="FF0000"/>
                        </a:solidFill>
                        <a:latin typeface="Meiryo UI" panose="020B0604030504040204" pitchFamily="50" charset="-128"/>
                        <a:ea typeface="Meiryo UI" panose="020B0604030504040204" pitchFamily="50" charset="-128"/>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950" b="1" dirty="0">
                          <a:solidFill>
                            <a:srgbClr val="FF0000"/>
                          </a:solidFill>
                          <a:latin typeface="Meiryo UI" panose="020B0604030504040204" pitchFamily="50" charset="-128"/>
                          <a:ea typeface="Meiryo UI" panose="020B0604030504040204" pitchFamily="50" charset="-128"/>
                        </a:rPr>
                        <a:t>　　　　　　　　　　　　　　　　　　　　　協力体制の強化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850" b="1" dirty="0">
                          <a:solidFill>
                            <a:schemeClr val="tx1">
                              <a:lumMod val="75000"/>
                              <a:lumOff val="25000"/>
                            </a:schemeClr>
                          </a:solidFill>
                          <a:latin typeface="Meiryo UI" panose="020B0604030504040204" pitchFamily="50" charset="-128"/>
                          <a:ea typeface="Meiryo UI" panose="020B0604030504040204" pitchFamily="50" charset="-128"/>
                        </a:rPr>
                        <a:t>・パートナー企業の持続性不安</a:t>
                      </a:r>
                      <a:endParaRPr kumimoji="1" lang="en-US" altLang="ja-JP" sz="850" b="1" dirty="0">
                        <a:solidFill>
                          <a:schemeClr val="tx1">
                            <a:lumMod val="75000"/>
                            <a:lumOff val="25000"/>
                          </a:schemeClr>
                        </a:solidFill>
                        <a:latin typeface="Meiryo UI" panose="020B0604030504040204" pitchFamily="50" charset="-128"/>
                        <a:ea typeface="Meiryo UI" panose="020B0604030504040204" pitchFamily="50" charset="-128"/>
                      </a:endParaRPr>
                    </a:p>
                    <a:p>
                      <a:pPr algn="l"/>
                      <a:r>
                        <a:rPr kumimoji="1" lang="ja-JP" altLang="en-US" sz="850" b="1" dirty="0">
                          <a:solidFill>
                            <a:schemeClr val="tx1">
                              <a:lumMod val="75000"/>
                              <a:lumOff val="25000"/>
                            </a:schemeClr>
                          </a:solidFill>
                          <a:latin typeface="Meiryo UI" panose="020B0604030504040204" pitchFamily="50" charset="-128"/>
                          <a:ea typeface="Meiryo UI" panose="020B0604030504040204" pitchFamily="50" charset="-128"/>
                        </a:rPr>
                        <a:t>・工事受注額制限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850" b="1" dirty="0">
                          <a:solidFill>
                            <a:schemeClr val="tx1"/>
                          </a:solidFill>
                          <a:latin typeface="Meiryo UI" panose="020B0604030504040204" pitchFamily="50" charset="-128"/>
                          <a:ea typeface="Meiryo UI" panose="020B0604030504040204" pitchFamily="50" charset="-128"/>
                        </a:rPr>
                        <a:t>・特定建設業許可取得、協力会全国展開開始</a:t>
                      </a:r>
                      <a:endParaRPr kumimoji="1" lang="en-US" altLang="ja-JP" sz="850" b="1" dirty="0">
                        <a:solidFill>
                          <a:schemeClr val="tx1"/>
                        </a:solidFill>
                        <a:latin typeface="Meiryo UI" panose="020B0604030504040204" pitchFamily="50" charset="-128"/>
                        <a:ea typeface="Meiryo UI" panose="020B0604030504040204" pitchFamily="50" charset="-128"/>
                      </a:endParaRPr>
                    </a:p>
                    <a:p>
                      <a:pPr algn="l"/>
                      <a:r>
                        <a:rPr kumimoji="1" lang="ja-JP" altLang="en-US" sz="850" b="1" dirty="0">
                          <a:solidFill>
                            <a:schemeClr val="tx1"/>
                          </a:solidFill>
                          <a:latin typeface="Meiryo UI" panose="020B0604030504040204" pitchFamily="50" charset="-128"/>
                          <a:ea typeface="Meiryo UI" panose="020B0604030504040204" pitchFamily="50" charset="-128"/>
                        </a:rPr>
                        <a:t>・主要都市で</a:t>
                      </a:r>
                      <a:r>
                        <a:rPr kumimoji="1" lang="en-US" altLang="ja-JP" sz="850" b="1" dirty="0">
                          <a:solidFill>
                            <a:schemeClr val="tx1"/>
                          </a:solidFill>
                          <a:latin typeface="Meiryo UI" panose="020B0604030504040204" pitchFamily="50" charset="-128"/>
                          <a:ea typeface="Meiryo UI" panose="020B0604030504040204" pitchFamily="50" charset="-128"/>
                        </a:rPr>
                        <a:t>RS</a:t>
                      </a:r>
                      <a:r>
                        <a:rPr kumimoji="1" lang="ja-JP" altLang="en-US" sz="850" b="1" dirty="0">
                          <a:solidFill>
                            <a:schemeClr val="tx1"/>
                          </a:solidFill>
                          <a:latin typeface="Meiryo UI" panose="020B0604030504040204" pitchFamily="50" charset="-128"/>
                          <a:ea typeface="Meiryo UI" panose="020B0604030504040204" pitchFamily="50" charset="-128"/>
                        </a:rPr>
                        <a:t>パートナー会の構築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lvl="0" algn="l">
                        <a:lnSpc>
                          <a:spcPct val="100000"/>
                        </a:lnSpc>
                        <a:spcBef>
                          <a:spcPts val="0"/>
                        </a:spcBef>
                        <a:spcAft>
                          <a:spcPts val="0"/>
                        </a:spcAft>
                        <a:buNone/>
                      </a:pPr>
                      <a:r>
                        <a:rPr lang="ja-JP" altLang="en-US" sz="850" b="1" i="0" u="none" strike="noStrike" noProof="0" dirty="0">
                          <a:solidFill>
                            <a:schemeClr val="bg1"/>
                          </a:solidFill>
                          <a:latin typeface="Meiryo UI" panose="020B0604030504040204" pitchFamily="50" charset="-128"/>
                          <a:ea typeface="Meiryo UI" panose="020B0604030504040204" pitchFamily="50" charset="-128"/>
                        </a:rPr>
                        <a:t>・全国</a:t>
                      </a:r>
                      <a:r>
                        <a:rPr lang="en-US" altLang="ja-JP" sz="850" b="1" i="0" u="none" strike="noStrike" noProof="0" dirty="0">
                          <a:solidFill>
                            <a:schemeClr val="bg1"/>
                          </a:solidFill>
                          <a:latin typeface="Meiryo UI" panose="020B0604030504040204" pitchFamily="50" charset="-128"/>
                          <a:ea typeface="Meiryo UI" panose="020B0604030504040204" pitchFamily="50" charset="-128"/>
                        </a:rPr>
                        <a:t>RS</a:t>
                      </a:r>
                      <a:r>
                        <a:rPr lang="ja-JP" altLang="en-US" sz="850" b="1" i="0" u="none" strike="noStrike" noProof="0" dirty="0">
                          <a:solidFill>
                            <a:schemeClr val="bg1"/>
                          </a:solidFill>
                          <a:latin typeface="Meiryo UI" panose="020B0604030504040204" pitchFamily="50" charset="-128"/>
                          <a:ea typeface="Meiryo UI" panose="020B0604030504040204" pitchFamily="50" charset="-128"/>
                        </a:rPr>
                        <a:t>パートナー会構築完了</a:t>
                      </a:r>
                      <a:endParaRPr lang="en-US" altLang="ja-JP" sz="850" b="1" i="0" u="none" strike="noStrike" noProof="0" dirty="0">
                        <a:solidFill>
                          <a:schemeClr val="bg1"/>
                        </a:solidFill>
                        <a:latin typeface="Meiryo UI" panose="020B0604030504040204" pitchFamily="50" charset="-128"/>
                        <a:ea typeface="Meiryo UI" panose="020B0604030504040204" pitchFamily="50" charset="-128"/>
                      </a:endParaRPr>
                    </a:p>
                    <a:p>
                      <a:pPr lvl="0" algn="l">
                        <a:lnSpc>
                          <a:spcPct val="100000"/>
                        </a:lnSpc>
                        <a:spcBef>
                          <a:spcPts val="0"/>
                        </a:spcBef>
                        <a:spcAft>
                          <a:spcPts val="0"/>
                        </a:spcAft>
                        <a:buNone/>
                      </a:pPr>
                      <a:r>
                        <a:rPr lang="ja-JP" altLang="en-US" sz="850" b="1" i="0" u="none" strike="noStrike" noProof="0" dirty="0">
                          <a:solidFill>
                            <a:schemeClr val="bg1"/>
                          </a:solidFill>
                          <a:latin typeface="Meiryo UI" panose="020B0604030504040204" pitchFamily="50" charset="-128"/>
                          <a:ea typeface="Meiryo UI" panose="020B0604030504040204" pitchFamily="50" charset="-128"/>
                        </a:rPr>
                        <a:t>・法的リスク対応、全国ネットワーク確立</a:t>
                      </a:r>
                      <a:endParaRPr lang="ja-JP" sz="850" b="1" i="0" u="none" strike="noStrike" noProof="0" dirty="0">
                        <a:solidFill>
                          <a:schemeClr val="bg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59814726"/>
                  </a:ext>
                </a:extLst>
              </a:tr>
              <a:tr h="50622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950" b="1" dirty="0">
                          <a:solidFill>
                            <a:srgbClr val="FF0000"/>
                          </a:solidFill>
                          <a:latin typeface="Meiryo UI" panose="020B0604030504040204" pitchFamily="50" charset="-128"/>
                          <a:ea typeface="Meiryo UI" panose="020B0604030504040204" pitchFamily="50" charset="-128"/>
                        </a:rPr>
                        <a:t>　　　　　　    ➆人材定着＆育成施策の</a:t>
                      </a:r>
                      <a:endParaRPr kumimoji="1" lang="en-US" altLang="ja-JP" sz="950" b="1" dirty="0">
                        <a:solidFill>
                          <a:srgbClr val="FF0000"/>
                        </a:solidFill>
                        <a:latin typeface="Meiryo UI" panose="020B0604030504040204" pitchFamily="50" charset="-128"/>
                        <a:ea typeface="Meiryo UI" panose="020B0604030504040204" pitchFamily="50" charset="-128"/>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950" b="1" dirty="0">
                          <a:solidFill>
                            <a:srgbClr val="FF0000"/>
                          </a:solidFill>
                          <a:latin typeface="Meiryo UI" panose="020B0604030504040204" pitchFamily="50" charset="-128"/>
                          <a:ea typeface="Meiryo UI" panose="020B0604030504040204" pitchFamily="50" charset="-128"/>
                        </a:rPr>
                        <a:t>　　　　　　　　　　　　　　　　　　　　　　バージョンアップ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850" b="1" dirty="0">
                          <a:solidFill>
                            <a:schemeClr val="tx1">
                              <a:lumMod val="75000"/>
                              <a:lumOff val="25000"/>
                            </a:schemeClr>
                          </a:solidFill>
                          <a:latin typeface="Meiryo UI" panose="020B0604030504040204" pitchFamily="50" charset="-128"/>
                          <a:ea typeface="Meiryo UI" panose="020B0604030504040204" pitchFamily="50" charset="-128"/>
                        </a:rPr>
                        <a:t>・社員の高齢化</a:t>
                      </a:r>
                      <a:endParaRPr kumimoji="1" lang="en-US" altLang="ja-JP" sz="850" b="1" dirty="0">
                        <a:solidFill>
                          <a:schemeClr val="tx1">
                            <a:lumMod val="75000"/>
                            <a:lumOff val="25000"/>
                          </a:schemeClr>
                        </a:solidFill>
                        <a:latin typeface="Meiryo UI" panose="020B0604030504040204" pitchFamily="50" charset="-128"/>
                        <a:ea typeface="Meiryo UI" panose="020B0604030504040204" pitchFamily="50" charset="-128"/>
                      </a:endParaRPr>
                    </a:p>
                    <a:p>
                      <a:pPr algn="l"/>
                      <a:r>
                        <a:rPr kumimoji="1" lang="ja-JP" altLang="en-US" sz="850" b="1" dirty="0">
                          <a:solidFill>
                            <a:schemeClr val="tx1">
                              <a:lumMod val="75000"/>
                              <a:lumOff val="25000"/>
                            </a:schemeClr>
                          </a:solidFill>
                          <a:latin typeface="Meiryo UI" panose="020B0604030504040204" pitchFamily="50" charset="-128"/>
                          <a:ea typeface="Meiryo UI" panose="020B0604030504040204" pitchFamily="50" charset="-128"/>
                        </a:rPr>
                        <a:t>・新規採用難、キャリア不安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850" b="1" dirty="0">
                          <a:solidFill>
                            <a:schemeClr val="tx1"/>
                          </a:solidFill>
                          <a:latin typeface="Meiryo UI" panose="020B0604030504040204" pitchFamily="50" charset="-128"/>
                          <a:ea typeface="Meiryo UI" panose="020B0604030504040204" pitchFamily="50" charset="-128"/>
                        </a:rPr>
                        <a:t>・資格手当充実、評価制度見直しで定着率向上</a:t>
                      </a:r>
                      <a:endParaRPr kumimoji="1" lang="en-US" altLang="ja-JP" sz="850" b="1" dirty="0">
                        <a:solidFill>
                          <a:schemeClr val="tx1"/>
                        </a:solidFill>
                        <a:latin typeface="Meiryo UI" panose="020B0604030504040204" pitchFamily="50" charset="-128"/>
                        <a:ea typeface="Meiryo UI" panose="020B0604030504040204" pitchFamily="50" charset="-128"/>
                      </a:endParaRPr>
                    </a:p>
                    <a:p>
                      <a:pPr algn="l"/>
                      <a:r>
                        <a:rPr kumimoji="1" lang="ja-JP" altLang="en-US" sz="850" b="1" dirty="0">
                          <a:solidFill>
                            <a:schemeClr val="tx1"/>
                          </a:solidFill>
                          <a:latin typeface="Meiryo UI" panose="020B0604030504040204" pitchFamily="50" charset="-128"/>
                          <a:ea typeface="Meiryo UI" panose="020B0604030504040204" pitchFamily="50" charset="-128"/>
                        </a:rPr>
                        <a:t>・教育体系構築、運用開始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lvl="0" algn="l">
                        <a:lnSpc>
                          <a:spcPct val="100000"/>
                        </a:lnSpc>
                        <a:spcBef>
                          <a:spcPts val="0"/>
                        </a:spcBef>
                        <a:spcAft>
                          <a:spcPts val="0"/>
                        </a:spcAft>
                        <a:buNone/>
                      </a:pPr>
                      <a:r>
                        <a:rPr lang="ja-JP" altLang="en-US" sz="850" b="1" i="0" u="none" strike="noStrike" noProof="0" dirty="0">
                          <a:solidFill>
                            <a:schemeClr val="bg1"/>
                          </a:solidFill>
                          <a:latin typeface="Meiryo UI" panose="020B0604030504040204" pitchFamily="50" charset="-128"/>
                          <a:ea typeface="Meiryo UI" panose="020B0604030504040204" pitchFamily="50" charset="-128"/>
                        </a:rPr>
                        <a:t>・人事制度・給与体系・教育体系が連動改善</a:t>
                      </a:r>
                      <a:endParaRPr lang="en-US" altLang="ja-JP" sz="850" b="1" i="0" u="none" strike="noStrike" noProof="0" dirty="0">
                        <a:solidFill>
                          <a:schemeClr val="bg1"/>
                        </a:solidFill>
                        <a:latin typeface="Meiryo UI" panose="020B0604030504040204" pitchFamily="50" charset="-128"/>
                        <a:ea typeface="Meiryo UI" panose="020B0604030504040204" pitchFamily="50" charset="-128"/>
                      </a:endParaRPr>
                    </a:p>
                    <a:p>
                      <a:pPr lvl="0" algn="l">
                        <a:lnSpc>
                          <a:spcPct val="100000"/>
                        </a:lnSpc>
                        <a:spcBef>
                          <a:spcPts val="0"/>
                        </a:spcBef>
                        <a:spcAft>
                          <a:spcPts val="0"/>
                        </a:spcAft>
                        <a:buNone/>
                      </a:pPr>
                      <a:r>
                        <a:rPr lang="ja-JP" altLang="en-US" sz="850" b="1" i="0" u="none" strike="noStrike" noProof="0" dirty="0">
                          <a:solidFill>
                            <a:schemeClr val="bg1"/>
                          </a:solidFill>
                          <a:latin typeface="Meiryo UI" panose="020B0604030504040204" pitchFamily="50" charset="-128"/>
                          <a:ea typeface="Meiryo UI" panose="020B0604030504040204" pitchFamily="50" charset="-128"/>
                        </a:rPr>
                        <a:t>・主要人材定着、育成施策の効果定着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737139075"/>
                  </a:ext>
                </a:extLst>
              </a:tr>
            </a:tbl>
          </a:graphicData>
        </a:graphic>
      </p:graphicFrame>
      <p:grpSp>
        <p:nvGrpSpPr>
          <p:cNvPr id="2" name="グループ化 1">
            <a:extLst>
              <a:ext uri="{FF2B5EF4-FFF2-40B4-BE49-F238E27FC236}">
                <a16:creationId xmlns:a16="http://schemas.microsoft.com/office/drawing/2014/main" id="{2F7A5FA5-A887-6483-AF00-175F2F61A2D2}"/>
              </a:ext>
            </a:extLst>
          </p:cNvPr>
          <p:cNvGrpSpPr/>
          <p:nvPr/>
        </p:nvGrpSpPr>
        <p:grpSpPr>
          <a:xfrm>
            <a:off x="33866" y="1137267"/>
            <a:ext cx="770232" cy="3840128"/>
            <a:chOff x="41232" y="1171915"/>
            <a:chExt cx="770232" cy="3840128"/>
          </a:xfrm>
        </p:grpSpPr>
        <p:pic>
          <p:nvPicPr>
            <p:cNvPr id="20" name="図 19" descr="アイコン&#10;&#10;AI によって生成されたコンテンツは間違っている可能性があります。">
              <a:extLst>
                <a:ext uri="{FF2B5EF4-FFF2-40B4-BE49-F238E27FC236}">
                  <a16:creationId xmlns:a16="http://schemas.microsoft.com/office/drawing/2014/main" id="{CF211EDD-CA45-F690-CB96-93C109DB7984}"/>
                </a:ext>
              </a:extLst>
            </p:cNvPr>
            <p:cNvPicPr>
              <a:picLocks noChangeAspect="1"/>
            </p:cNvPicPr>
            <p:nvPr/>
          </p:nvPicPr>
          <p:blipFill>
            <a:blip r:embed="rId3"/>
            <a:stretch>
              <a:fillRect/>
            </a:stretch>
          </p:blipFill>
          <p:spPr>
            <a:xfrm>
              <a:off x="58572" y="1171915"/>
              <a:ext cx="362971" cy="362971"/>
            </a:xfrm>
            <a:prstGeom prst="rect">
              <a:avLst/>
            </a:prstGeom>
          </p:spPr>
        </p:pic>
        <p:pic>
          <p:nvPicPr>
            <p:cNvPr id="21" name="図 20" descr="アイコン&#10;&#10;AI によって生成されたコンテンツは間違っている可能性があります。">
              <a:extLst>
                <a:ext uri="{FF2B5EF4-FFF2-40B4-BE49-F238E27FC236}">
                  <a16:creationId xmlns:a16="http://schemas.microsoft.com/office/drawing/2014/main" id="{E317DC0C-919F-FC87-1197-3D49EE12CC6F}"/>
                </a:ext>
              </a:extLst>
            </p:cNvPr>
            <p:cNvPicPr>
              <a:picLocks noChangeAspect="1"/>
            </p:cNvPicPr>
            <p:nvPr/>
          </p:nvPicPr>
          <p:blipFill>
            <a:blip r:embed="rId4"/>
            <a:stretch>
              <a:fillRect/>
            </a:stretch>
          </p:blipFill>
          <p:spPr>
            <a:xfrm>
              <a:off x="415697" y="1193552"/>
              <a:ext cx="312579" cy="312579"/>
            </a:xfrm>
            <a:prstGeom prst="rect">
              <a:avLst/>
            </a:prstGeom>
          </p:spPr>
        </p:pic>
        <p:pic>
          <p:nvPicPr>
            <p:cNvPr id="22" name="図 21" descr="図形, アイコン&#10;&#10;AI によって生成されたコンテンツは間違っている可能性があります。">
              <a:extLst>
                <a:ext uri="{FF2B5EF4-FFF2-40B4-BE49-F238E27FC236}">
                  <a16:creationId xmlns:a16="http://schemas.microsoft.com/office/drawing/2014/main" id="{8B2B8B5C-8C7F-192E-CBEA-4E02929A3A41}"/>
                </a:ext>
              </a:extLst>
            </p:cNvPr>
            <p:cNvPicPr>
              <a:picLocks noChangeAspect="1"/>
            </p:cNvPicPr>
            <p:nvPr/>
          </p:nvPicPr>
          <p:blipFill>
            <a:blip r:embed="rId5"/>
            <a:stretch>
              <a:fillRect/>
            </a:stretch>
          </p:blipFill>
          <p:spPr>
            <a:xfrm>
              <a:off x="83436" y="1657282"/>
              <a:ext cx="293511" cy="293511"/>
            </a:xfrm>
            <a:prstGeom prst="rect">
              <a:avLst/>
            </a:prstGeom>
          </p:spPr>
        </p:pic>
        <p:pic>
          <p:nvPicPr>
            <p:cNvPr id="23" name="図 22" descr="アイコン&#10;&#10;AI によって生成されたコンテンツは間違っている可能性があります。">
              <a:extLst>
                <a:ext uri="{FF2B5EF4-FFF2-40B4-BE49-F238E27FC236}">
                  <a16:creationId xmlns:a16="http://schemas.microsoft.com/office/drawing/2014/main" id="{189C5159-E357-0D15-D1DC-805B16179BE8}"/>
                </a:ext>
              </a:extLst>
            </p:cNvPr>
            <p:cNvPicPr>
              <a:picLocks noChangeAspect="1"/>
            </p:cNvPicPr>
            <p:nvPr/>
          </p:nvPicPr>
          <p:blipFill>
            <a:blip r:embed="rId6"/>
            <a:stretch>
              <a:fillRect/>
            </a:stretch>
          </p:blipFill>
          <p:spPr>
            <a:xfrm>
              <a:off x="397086" y="1632832"/>
              <a:ext cx="344064" cy="344064"/>
            </a:xfrm>
            <a:prstGeom prst="rect">
              <a:avLst/>
            </a:prstGeom>
          </p:spPr>
        </p:pic>
        <p:pic>
          <p:nvPicPr>
            <p:cNvPr id="24" name="図 23" descr="アイコン&#10;&#10;AI によって生成されたコンテンツは間違っている可能性があります。">
              <a:extLst>
                <a:ext uri="{FF2B5EF4-FFF2-40B4-BE49-F238E27FC236}">
                  <a16:creationId xmlns:a16="http://schemas.microsoft.com/office/drawing/2014/main" id="{6968D367-2E22-F12E-209E-C6C64CD53133}"/>
                </a:ext>
              </a:extLst>
            </p:cNvPr>
            <p:cNvPicPr>
              <a:picLocks noChangeAspect="1"/>
            </p:cNvPicPr>
            <p:nvPr/>
          </p:nvPicPr>
          <p:blipFill>
            <a:blip r:embed="rId7"/>
            <a:stretch>
              <a:fillRect/>
            </a:stretch>
          </p:blipFill>
          <p:spPr>
            <a:xfrm>
              <a:off x="41232" y="2136713"/>
              <a:ext cx="380311" cy="380311"/>
            </a:xfrm>
            <a:prstGeom prst="rect">
              <a:avLst/>
            </a:prstGeom>
          </p:spPr>
        </p:pic>
        <p:pic>
          <p:nvPicPr>
            <p:cNvPr id="25" name="図 24" descr="アイコン&#10;&#10;AI によって生成されたコンテンツは間違っている可能性があります。">
              <a:extLst>
                <a:ext uri="{FF2B5EF4-FFF2-40B4-BE49-F238E27FC236}">
                  <a16:creationId xmlns:a16="http://schemas.microsoft.com/office/drawing/2014/main" id="{97E43117-D363-0C4F-25D1-C9CD8352FC0C}"/>
                </a:ext>
              </a:extLst>
            </p:cNvPr>
            <p:cNvPicPr>
              <a:picLocks noChangeAspect="1"/>
            </p:cNvPicPr>
            <p:nvPr/>
          </p:nvPicPr>
          <p:blipFill>
            <a:blip r:embed="rId8"/>
            <a:stretch>
              <a:fillRect/>
            </a:stretch>
          </p:blipFill>
          <p:spPr>
            <a:xfrm>
              <a:off x="412079" y="2169829"/>
              <a:ext cx="314077" cy="314077"/>
            </a:xfrm>
            <a:prstGeom prst="rect">
              <a:avLst/>
            </a:prstGeom>
          </p:spPr>
        </p:pic>
        <p:pic>
          <p:nvPicPr>
            <p:cNvPr id="26" name="図 25">
              <a:extLst>
                <a:ext uri="{FF2B5EF4-FFF2-40B4-BE49-F238E27FC236}">
                  <a16:creationId xmlns:a16="http://schemas.microsoft.com/office/drawing/2014/main" id="{68D1B84D-B62C-D1CB-4A80-3805BF71B5FE}"/>
                </a:ext>
              </a:extLst>
            </p:cNvPr>
            <p:cNvPicPr>
              <a:picLocks noChangeAspect="1"/>
            </p:cNvPicPr>
            <p:nvPr/>
          </p:nvPicPr>
          <p:blipFill>
            <a:blip r:embed="rId9"/>
            <a:stretch>
              <a:fillRect/>
            </a:stretch>
          </p:blipFill>
          <p:spPr>
            <a:xfrm>
              <a:off x="93245" y="2669873"/>
              <a:ext cx="322598" cy="322598"/>
            </a:xfrm>
            <a:prstGeom prst="rect">
              <a:avLst/>
            </a:prstGeom>
          </p:spPr>
        </p:pic>
        <p:pic>
          <p:nvPicPr>
            <p:cNvPr id="27" name="図 26">
              <a:extLst>
                <a:ext uri="{FF2B5EF4-FFF2-40B4-BE49-F238E27FC236}">
                  <a16:creationId xmlns:a16="http://schemas.microsoft.com/office/drawing/2014/main" id="{C8DB8B55-892D-F2E3-E50D-548E82B1B269}"/>
                </a:ext>
              </a:extLst>
            </p:cNvPr>
            <p:cNvPicPr>
              <a:picLocks noChangeAspect="1"/>
            </p:cNvPicPr>
            <p:nvPr/>
          </p:nvPicPr>
          <p:blipFill>
            <a:blip r:embed="rId10"/>
            <a:stretch>
              <a:fillRect/>
            </a:stretch>
          </p:blipFill>
          <p:spPr>
            <a:xfrm>
              <a:off x="511849" y="2618130"/>
              <a:ext cx="190334" cy="190334"/>
            </a:xfrm>
            <a:prstGeom prst="rect">
              <a:avLst/>
            </a:prstGeom>
          </p:spPr>
        </p:pic>
        <p:pic>
          <p:nvPicPr>
            <p:cNvPr id="28" name="図 27">
              <a:extLst>
                <a:ext uri="{FF2B5EF4-FFF2-40B4-BE49-F238E27FC236}">
                  <a16:creationId xmlns:a16="http://schemas.microsoft.com/office/drawing/2014/main" id="{233C6FD8-0CCD-099B-24BD-C173D043A73D}"/>
                </a:ext>
              </a:extLst>
            </p:cNvPr>
            <p:cNvPicPr>
              <a:picLocks noChangeAspect="1"/>
            </p:cNvPicPr>
            <p:nvPr/>
          </p:nvPicPr>
          <p:blipFill>
            <a:blip r:embed="rId11"/>
            <a:stretch>
              <a:fillRect/>
            </a:stretch>
          </p:blipFill>
          <p:spPr>
            <a:xfrm>
              <a:off x="474258" y="2797887"/>
              <a:ext cx="231649" cy="231649"/>
            </a:xfrm>
            <a:prstGeom prst="rect">
              <a:avLst/>
            </a:prstGeom>
          </p:spPr>
        </p:pic>
        <p:pic>
          <p:nvPicPr>
            <p:cNvPr id="29" name="図 28" descr="アイコン&#10;&#10;AI によって生成されたコンテンツは間違っている可能性があります。">
              <a:extLst>
                <a:ext uri="{FF2B5EF4-FFF2-40B4-BE49-F238E27FC236}">
                  <a16:creationId xmlns:a16="http://schemas.microsoft.com/office/drawing/2014/main" id="{399B28BA-B5E0-BBF8-DAF2-F5C8C36CCDEE}"/>
                </a:ext>
              </a:extLst>
            </p:cNvPr>
            <p:cNvPicPr>
              <a:picLocks noChangeAspect="1"/>
            </p:cNvPicPr>
            <p:nvPr/>
          </p:nvPicPr>
          <p:blipFill>
            <a:blip r:embed="rId12"/>
            <a:stretch>
              <a:fillRect/>
            </a:stretch>
          </p:blipFill>
          <p:spPr>
            <a:xfrm>
              <a:off x="68891" y="3139209"/>
              <a:ext cx="322599" cy="322599"/>
            </a:xfrm>
            <a:prstGeom prst="rect">
              <a:avLst/>
            </a:prstGeom>
          </p:spPr>
        </p:pic>
        <p:pic>
          <p:nvPicPr>
            <p:cNvPr id="30" name="図 29" descr="アイコン&#10;&#10;AI によって生成されたコンテンツは間違っている可能性があります。">
              <a:extLst>
                <a:ext uri="{FF2B5EF4-FFF2-40B4-BE49-F238E27FC236}">
                  <a16:creationId xmlns:a16="http://schemas.microsoft.com/office/drawing/2014/main" id="{B79658BC-1D6D-0E9A-D138-505BEF112637}"/>
                </a:ext>
              </a:extLst>
            </p:cNvPr>
            <p:cNvPicPr>
              <a:picLocks noChangeAspect="1"/>
            </p:cNvPicPr>
            <p:nvPr/>
          </p:nvPicPr>
          <p:blipFill>
            <a:blip r:embed="rId13"/>
            <a:stretch>
              <a:fillRect/>
            </a:stretch>
          </p:blipFill>
          <p:spPr>
            <a:xfrm>
              <a:off x="415697" y="3200396"/>
              <a:ext cx="293541" cy="269254"/>
            </a:xfrm>
            <a:prstGeom prst="rect">
              <a:avLst/>
            </a:prstGeom>
          </p:spPr>
        </p:pic>
        <p:sp>
          <p:nvSpPr>
            <p:cNvPr id="31" name="テキスト ボックス 30">
              <a:extLst>
                <a:ext uri="{FF2B5EF4-FFF2-40B4-BE49-F238E27FC236}">
                  <a16:creationId xmlns:a16="http://schemas.microsoft.com/office/drawing/2014/main" id="{21519A7B-5608-33C5-B405-79BD9D87430C}"/>
                </a:ext>
              </a:extLst>
            </p:cNvPr>
            <p:cNvSpPr txBox="1"/>
            <p:nvPr/>
          </p:nvSpPr>
          <p:spPr>
            <a:xfrm>
              <a:off x="517923" y="3042416"/>
              <a:ext cx="293541" cy="215444"/>
            </a:xfrm>
            <a:prstGeom prst="rect">
              <a:avLst/>
            </a:prstGeom>
            <a:noFill/>
          </p:spPr>
          <p:txBody>
            <a:bodyPr wrap="square" anchor="ctr">
              <a:spAutoFit/>
            </a:bodyPr>
            <a:lstStyle/>
            <a:p>
              <a:r>
                <a:rPr lang="ja-JP" altLang="en-US" sz="800" dirty="0">
                  <a:solidFill>
                    <a:schemeClr val="bg2">
                      <a:lumMod val="25000"/>
                    </a:schemeClr>
                  </a:solidFill>
                  <a:latin typeface="HGP創英角ｺﾞｼｯｸUB" panose="020B0900000000000000" pitchFamily="50" charset="-128"/>
                  <a:ea typeface="HGP創英角ｺﾞｼｯｸUB" panose="020B0900000000000000" pitchFamily="50" charset="-128"/>
                </a:rPr>
                <a:t>ＡＩ</a:t>
              </a:r>
            </a:p>
          </p:txBody>
        </p:sp>
        <p:pic>
          <p:nvPicPr>
            <p:cNvPr id="32" name="図 31" descr="アイコン&#10;&#10;AI によって生成されたコンテンツは間違っている可能性があります。">
              <a:extLst>
                <a:ext uri="{FF2B5EF4-FFF2-40B4-BE49-F238E27FC236}">
                  <a16:creationId xmlns:a16="http://schemas.microsoft.com/office/drawing/2014/main" id="{6BD5D74A-AD7B-4713-881E-9A95B07465FD}"/>
                </a:ext>
              </a:extLst>
            </p:cNvPr>
            <p:cNvPicPr>
              <a:picLocks noChangeAspect="1"/>
            </p:cNvPicPr>
            <p:nvPr/>
          </p:nvPicPr>
          <p:blipFill>
            <a:blip r:embed="rId14"/>
            <a:stretch>
              <a:fillRect/>
            </a:stretch>
          </p:blipFill>
          <p:spPr>
            <a:xfrm>
              <a:off x="161637" y="3666600"/>
              <a:ext cx="339340" cy="339340"/>
            </a:xfrm>
            <a:prstGeom prst="rect">
              <a:avLst/>
            </a:prstGeom>
          </p:spPr>
        </p:pic>
        <p:pic>
          <p:nvPicPr>
            <p:cNvPr id="33" name="図 32" descr="輸送, ホイール が含まれている画像&#10;&#10;AI によって生成されたコンテンツは間違っている可能性があります。">
              <a:extLst>
                <a:ext uri="{FF2B5EF4-FFF2-40B4-BE49-F238E27FC236}">
                  <a16:creationId xmlns:a16="http://schemas.microsoft.com/office/drawing/2014/main" id="{086937B3-6B16-226D-5843-57BEE7D7E734}"/>
                </a:ext>
              </a:extLst>
            </p:cNvPr>
            <p:cNvPicPr>
              <a:picLocks noChangeAspect="1"/>
            </p:cNvPicPr>
            <p:nvPr/>
          </p:nvPicPr>
          <p:blipFill>
            <a:blip r:embed="rId15"/>
            <a:stretch>
              <a:fillRect/>
            </a:stretch>
          </p:blipFill>
          <p:spPr>
            <a:xfrm>
              <a:off x="49302" y="3628332"/>
              <a:ext cx="169945" cy="169945"/>
            </a:xfrm>
            <a:prstGeom prst="rect">
              <a:avLst/>
            </a:prstGeom>
          </p:spPr>
        </p:pic>
        <p:pic>
          <p:nvPicPr>
            <p:cNvPr id="34" name="図 33" descr="アイコン&#10;&#10;AI によって生成されたコンテンツは間違っている可能性があります。">
              <a:extLst>
                <a:ext uri="{FF2B5EF4-FFF2-40B4-BE49-F238E27FC236}">
                  <a16:creationId xmlns:a16="http://schemas.microsoft.com/office/drawing/2014/main" id="{671D4ED6-0435-5DA9-86FB-EBB6662A1B37}"/>
                </a:ext>
              </a:extLst>
            </p:cNvPr>
            <p:cNvPicPr>
              <a:picLocks noChangeAspect="1"/>
            </p:cNvPicPr>
            <p:nvPr/>
          </p:nvPicPr>
          <p:blipFill>
            <a:blip r:embed="rId16"/>
            <a:stretch>
              <a:fillRect/>
            </a:stretch>
          </p:blipFill>
          <p:spPr>
            <a:xfrm>
              <a:off x="427319" y="3647018"/>
              <a:ext cx="325526" cy="353562"/>
            </a:xfrm>
            <a:prstGeom prst="rect">
              <a:avLst/>
            </a:prstGeom>
          </p:spPr>
        </p:pic>
        <p:pic>
          <p:nvPicPr>
            <p:cNvPr id="35" name="図 34">
              <a:extLst>
                <a:ext uri="{FF2B5EF4-FFF2-40B4-BE49-F238E27FC236}">
                  <a16:creationId xmlns:a16="http://schemas.microsoft.com/office/drawing/2014/main" id="{E42371AB-6411-DE3F-3CBF-EE5D92BC7907}"/>
                </a:ext>
              </a:extLst>
            </p:cNvPr>
            <p:cNvPicPr>
              <a:picLocks noChangeAspect="1"/>
            </p:cNvPicPr>
            <p:nvPr/>
          </p:nvPicPr>
          <p:blipFill>
            <a:blip r:embed="rId17"/>
            <a:stretch>
              <a:fillRect/>
            </a:stretch>
          </p:blipFill>
          <p:spPr>
            <a:xfrm>
              <a:off x="83436" y="4177270"/>
              <a:ext cx="246141" cy="246141"/>
            </a:xfrm>
            <a:prstGeom prst="rect">
              <a:avLst/>
            </a:prstGeom>
          </p:spPr>
        </p:pic>
        <p:pic>
          <p:nvPicPr>
            <p:cNvPr id="36" name="図 35" descr="抽象, スーツ, 挿絵 が含まれている画像&#10;&#10;AI によって生成されたコンテンツは間違っている可能性があります。">
              <a:extLst>
                <a:ext uri="{FF2B5EF4-FFF2-40B4-BE49-F238E27FC236}">
                  <a16:creationId xmlns:a16="http://schemas.microsoft.com/office/drawing/2014/main" id="{6126A982-D879-C781-CFB7-3FFD32C7F1C2}"/>
                </a:ext>
              </a:extLst>
            </p:cNvPr>
            <p:cNvPicPr>
              <a:picLocks noChangeAspect="1"/>
            </p:cNvPicPr>
            <p:nvPr/>
          </p:nvPicPr>
          <p:blipFill>
            <a:blip r:embed="rId18"/>
            <a:stretch>
              <a:fillRect/>
            </a:stretch>
          </p:blipFill>
          <p:spPr>
            <a:xfrm>
              <a:off x="376947" y="4112518"/>
              <a:ext cx="356007" cy="356007"/>
            </a:xfrm>
            <a:prstGeom prst="rect">
              <a:avLst/>
            </a:prstGeom>
          </p:spPr>
        </p:pic>
        <p:pic>
          <p:nvPicPr>
            <p:cNvPr id="37" name="図 36">
              <a:extLst>
                <a:ext uri="{FF2B5EF4-FFF2-40B4-BE49-F238E27FC236}">
                  <a16:creationId xmlns:a16="http://schemas.microsoft.com/office/drawing/2014/main" id="{2999550E-440A-EA8C-1CF6-C64E45B3E7CB}"/>
                </a:ext>
              </a:extLst>
            </p:cNvPr>
            <p:cNvPicPr>
              <a:picLocks noChangeAspect="1"/>
            </p:cNvPicPr>
            <p:nvPr/>
          </p:nvPicPr>
          <p:blipFill>
            <a:blip r:embed="rId19"/>
            <a:stretch>
              <a:fillRect/>
            </a:stretch>
          </p:blipFill>
          <p:spPr>
            <a:xfrm>
              <a:off x="199056" y="4585824"/>
              <a:ext cx="426219" cy="426219"/>
            </a:xfrm>
            <a:prstGeom prst="rect">
              <a:avLst/>
            </a:prstGeom>
          </p:spPr>
        </p:pic>
        <p:pic>
          <p:nvPicPr>
            <p:cNvPr id="38" name="図 37">
              <a:extLst>
                <a:ext uri="{FF2B5EF4-FFF2-40B4-BE49-F238E27FC236}">
                  <a16:creationId xmlns:a16="http://schemas.microsoft.com/office/drawing/2014/main" id="{7EA725C9-D6A3-A47D-E238-5FEA614A40E4}"/>
                </a:ext>
              </a:extLst>
            </p:cNvPr>
            <p:cNvPicPr>
              <a:picLocks noChangeAspect="1"/>
            </p:cNvPicPr>
            <p:nvPr/>
          </p:nvPicPr>
          <p:blipFill>
            <a:blip r:embed="rId20"/>
            <a:stretch>
              <a:fillRect/>
            </a:stretch>
          </p:blipFill>
          <p:spPr>
            <a:xfrm rot="21300000">
              <a:off x="438581" y="3797999"/>
              <a:ext cx="178596" cy="169069"/>
            </a:xfrm>
            <a:prstGeom prst="rect">
              <a:avLst/>
            </a:prstGeom>
          </p:spPr>
        </p:pic>
      </p:grpSp>
      <p:sp>
        <p:nvSpPr>
          <p:cNvPr id="3" name="テキスト ボックス 2">
            <a:extLst>
              <a:ext uri="{FF2B5EF4-FFF2-40B4-BE49-F238E27FC236}">
                <a16:creationId xmlns:a16="http://schemas.microsoft.com/office/drawing/2014/main" id="{590480DA-E313-1244-E410-2559EAA0BE0B}"/>
              </a:ext>
            </a:extLst>
          </p:cNvPr>
          <p:cNvSpPr txBox="1"/>
          <p:nvPr/>
        </p:nvSpPr>
        <p:spPr>
          <a:xfrm>
            <a:off x="7713960" y="-2267"/>
            <a:ext cx="1415639" cy="369332"/>
          </a:xfrm>
          <a:prstGeom prst="rect">
            <a:avLst/>
          </a:prstGeom>
          <a:noFill/>
          <a:ln>
            <a:solidFill>
              <a:srgbClr val="FF0000"/>
            </a:solidFill>
          </a:ln>
        </p:spPr>
        <p:txBody>
          <a:bodyPr wrap="square" rtlCol="0">
            <a:spAutoFit/>
          </a:bodyPr>
          <a:lstStyle/>
          <a:p>
            <a:pPr algn="ctr"/>
            <a:r>
              <a:rPr lang="en-US" altLang="ja-JP" sz="1800" dirty="0">
                <a:solidFill>
                  <a:srgbClr val="FF0000"/>
                </a:solidFill>
              </a:rPr>
              <a:t>Confidential</a:t>
            </a:r>
            <a:endParaRPr kumimoji="1" lang="ja-JP" altLang="en-US" sz="1800" dirty="0">
              <a:solidFill>
                <a:srgbClr val="FF0000"/>
              </a:solidFill>
            </a:endParaRPr>
          </a:p>
        </p:txBody>
      </p:sp>
    </p:spTree>
    <p:extLst>
      <p:ext uri="{BB962C8B-B14F-4D97-AF65-F5344CB8AC3E}">
        <p14:creationId xmlns:p14="http://schemas.microsoft.com/office/powerpoint/2010/main" val="3205580605"/>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ikesCount xmlns="http://schemas.microsoft.com/sharepoint/v3" xsi:nil="true"/>
    <Ratings xmlns="http://schemas.microsoft.com/sharepoint/v3" xsi:nil="true"/>
    <LikedBy xmlns="http://schemas.microsoft.com/sharepoint/v3">
      <UserInfo>
        <DisplayName/>
        <AccountId xsi:nil="true"/>
        <AccountType/>
      </UserInfo>
    </LikedBy>
    <_Flow_SignoffStatus xmlns="822ec138-d961-4a17-bbb2-67f78016ba1e" xsi:nil="true"/>
    <lcf76f155ced4ddcb4097134ff3c332f xmlns="822ec138-d961-4a17-bbb2-67f78016ba1e">
      <Terms xmlns="http://schemas.microsoft.com/office/infopath/2007/PartnerControls"/>
    </lcf76f155ced4ddcb4097134ff3c332f>
    <PublishingExpirationDate xmlns="http://schemas.microsoft.com/sharepoint/v3" xsi:nil="true"/>
    <PublishingStartDate xmlns="http://schemas.microsoft.com/sharepoint/v3" xsi:nil="true"/>
    <TaxCatchAll xmlns="322a10cb-b86c-4593-8085-5392291bbf2c" xsi:nil="true"/>
    <RatedBy xmlns="http://schemas.microsoft.com/sharepoint/v3">
      <UserInfo>
        <DisplayName/>
        <AccountId xsi:nil="true"/>
        <AccountType/>
      </UserInfo>
    </RatedBy>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221016016CB86F41A3B63A50748A79E7" ma:contentTypeVersion="20" ma:contentTypeDescription="新しいドキュメントを作成します。" ma:contentTypeScope="" ma:versionID="09f9e6c38422bc74cbaf23b6a02b2891">
  <xsd:schema xmlns:xsd="http://www.w3.org/2001/XMLSchema" xmlns:xs="http://www.w3.org/2001/XMLSchema" xmlns:p="http://schemas.microsoft.com/office/2006/metadata/properties" xmlns:ns1="http://schemas.microsoft.com/sharepoint/v3" xmlns:ns2="822ec138-d961-4a17-bbb2-67f78016ba1e" xmlns:ns3="e7994135-1631-4aa3-9c62-e1dff533c0be" xmlns:ns4="322a10cb-b86c-4593-8085-5392291bbf2c" targetNamespace="http://schemas.microsoft.com/office/2006/metadata/properties" ma:root="true" ma:fieldsID="144a19d239fb4f0c5e465fa8b2d8ffda" ns1:_="" ns2:_="" ns3:_="" ns4:_="">
    <xsd:import namespace="http://schemas.microsoft.com/sharepoint/v3"/>
    <xsd:import namespace="822ec138-d961-4a17-bbb2-67f78016ba1e"/>
    <xsd:import namespace="e7994135-1631-4aa3-9c62-e1dff533c0be"/>
    <xsd:import namespace="322a10cb-b86c-4593-8085-5392291bbf2c"/>
    <xsd:element name="properties">
      <xsd:complexType>
        <xsd:sequence>
          <xsd:element name="documentManagement">
            <xsd:complexType>
              <xsd:all>
                <xsd:element ref="ns1:AverageRating" minOccurs="0"/>
                <xsd:element ref="ns1:RatingCount" minOccurs="0"/>
                <xsd:element ref="ns1:RatedBy" minOccurs="0"/>
                <xsd:element ref="ns1:Ratings" minOccurs="0"/>
                <xsd:element ref="ns1:LikesCount" minOccurs="0"/>
                <xsd:element ref="ns1:LikedBy" minOccurs="0"/>
                <xsd:element ref="ns1:PublishingStartDate" minOccurs="0"/>
                <xsd:element ref="ns1:PublishingExpirationDate" minOccurs="0"/>
                <xsd:element ref="ns2:MediaServiceMetadata" minOccurs="0"/>
                <xsd:element ref="ns2:MediaServiceFastMetadata" minOccurs="0"/>
                <xsd:element ref="ns2:MediaServiceAutoTags" minOccurs="0"/>
                <xsd:element ref="ns2:MediaServiceOCR" minOccurs="0"/>
                <xsd:element ref="ns2:MediaServiceDateTaken" minOccurs="0"/>
                <xsd:element ref="ns3:SharedWithUsers" minOccurs="0"/>
                <xsd:element ref="ns3:SharedWithDetails" minOccurs="0"/>
                <xsd:element ref="ns2:MediaServiceGenerationTime" minOccurs="0"/>
                <xsd:element ref="ns2:MediaServiceEventHashCode" minOccurs="0"/>
                <xsd:element ref="ns2:MediaLengthInSeconds" minOccurs="0"/>
                <xsd:element ref="ns2:MediaServiceAutoKeyPoints" minOccurs="0"/>
                <xsd:element ref="ns2:MediaServiceKeyPoints" minOccurs="0"/>
                <xsd:element ref="ns2:_Flow_SignoffStatu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8" nillable="true" ma:displayName="評価 (0 ～ 5)" ma:decimals="2" ma:description="送信されたすべての評価の平均値" ma:internalName="AverageRating" ma:readOnly="true">
      <xsd:simpleType>
        <xsd:restriction base="dms:Number"/>
      </xsd:simpleType>
    </xsd:element>
    <xsd:element name="RatingCount" ma:index="9" nillable="true" ma:displayName="評価の数" ma:decimals="0" ma:description="送信された評価の数" ma:internalName="RatingCount" ma:readOnly="true">
      <xsd:simpleType>
        <xsd:restriction base="dms:Number"/>
      </xsd:simpleType>
    </xsd:element>
    <xsd:element name="RatedBy" ma:index="10" nillable="true" ma:displayName="評価者" ma:description="アイテムを評価したユーザーです。" ma:hidden="true" ma:list="UserInfo" ma:internalName="Rat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atings" ma:index="11" nillable="true" ma:displayName="ユーザーの評価" ma:description="ユーザーによるアイテムの評価です。" ma:hidden="true" ma:internalName="Ratings">
      <xsd:simpleType>
        <xsd:restriction base="dms:Note"/>
      </xsd:simpleType>
    </xsd:element>
    <xsd:element name="LikesCount" ma:index="12" nillable="true" ma:displayName="「いいね!」の数" ma:indexed="true" ma:internalName="LikesCount">
      <xsd:simpleType>
        <xsd:restriction base="dms:Unknown"/>
      </xsd:simpleType>
    </xsd:element>
    <xsd:element name="LikedBy" ma:index="13" nillable="true" ma:displayName="「いいね!」と評価したメンバー" ma:hidden="true" ma:list="UserInfo" ma:internalName="Lik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PublishingStartDate" ma:index="14" nillable="true" ma:displayName="スケジュールの開始日" ma:description="[スケジュールの開始日] は、発行機能により作成されたサイト列です。このページがサイトの閲覧者に表示される最初の日時を示すために使われます。" ma:internalName="PublishingStartDate">
      <xsd:simpleType>
        <xsd:restriction base="dms:Unknown"/>
      </xsd:simpleType>
    </xsd:element>
    <xsd:element name="PublishingExpirationDate" ma:index="15" nillable="true" ma:displayName="スケジュールの終了日" ma:description="[スケジュールの終了日] は、発行機能により作成されたサイト列です。このページがサイトの閲覧者に表示されなくなる日時を示すために使われます。"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22ec138-d961-4a17-bbb2-67f78016ba1e" elementFormDefault="qualified">
    <xsd:import namespace="http://schemas.microsoft.com/office/2006/documentManagement/types"/>
    <xsd:import namespace="http://schemas.microsoft.com/office/infopath/2007/PartnerControls"/>
    <xsd:element name="MediaServiceMetadata" ma:index="16" nillable="true" ma:displayName="MediaServiceMetadata" ma:hidden="true" ma:internalName="MediaServiceMetadata" ma:readOnly="true">
      <xsd:simpleType>
        <xsd:restriction base="dms:Note"/>
      </xsd:simpleType>
    </xsd:element>
    <xsd:element name="MediaServiceFastMetadata" ma:index="17" nillable="true" ma:displayName="MediaServiceFastMetadata" ma:hidden="true" ma:internalName="MediaServiceFastMetadata" ma:readOnly="true">
      <xsd:simpleType>
        <xsd:restriction base="dms:Note"/>
      </xsd:simpleType>
    </xsd:element>
    <xsd:element name="MediaServiceAutoTags" ma:index="18" nillable="true" ma:displayName="MediaServiceAutoTags" ma:internalName="MediaServiceAutoTags" ma:readOnly="true">
      <xsd:simpleType>
        <xsd:restriction base="dms:Text"/>
      </xsd:simpleType>
    </xsd:element>
    <xsd:element name="MediaServiceOCR" ma:index="19" nillable="true" ma:displayName="MediaServiceOCR" ma:internalName="MediaServiceOCR" ma:readOnly="true">
      <xsd:simpleType>
        <xsd:restriction base="dms:Note">
          <xsd:maxLength value="255"/>
        </xsd:restriction>
      </xsd:simpleType>
    </xsd:element>
    <xsd:element name="MediaServiceDateTaken" ma:index="20" nillable="true" ma:displayName="MediaServiceDateTaken" ma:hidden="true" ma:internalName="MediaServiceDateTaken" ma:readOnly="true">
      <xsd:simpleType>
        <xsd:restriction base="dms:Text"/>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LengthInSeconds" ma:index="25" nillable="true" ma:displayName="Length (seconds)" ma:internalName="MediaLengthInSeconds" ma:readOnly="true">
      <xsd:simpleType>
        <xsd:restriction base="dms:Unknown"/>
      </xsd:simpleType>
    </xsd:element>
    <xsd:element name="MediaServiceAutoKeyPoints" ma:index="26" nillable="true" ma:displayName="MediaServiceAutoKeyPoints" ma:hidden="true" ma:internalName="MediaServiceAutoKeyPoints" ma:readOnly="true">
      <xsd:simpleType>
        <xsd:restriction base="dms:Note"/>
      </xsd:simpleType>
    </xsd:element>
    <xsd:element name="MediaServiceKeyPoints" ma:index="27" nillable="true" ma:displayName="KeyPoints" ma:internalName="MediaServiceKeyPoints" ma:readOnly="true">
      <xsd:simpleType>
        <xsd:restriction base="dms:Note">
          <xsd:maxLength value="255"/>
        </xsd:restriction>
      </xsd:simpleType>
    </xsd:element>
    <xsd:element name="_Flow_SignoffStatus" ma:index="28" nillable="true" ma:displayName="承認の状態" ma:internalName="_x627f__x8a8d__x306e__x72b6__x614b_">
      <xsd:simpleType>
        <xsd:restriction base="dms:Text"/>
      </xsd:simpleType>
    </xsd:element>
    <xsd:element name="lcf76f155ced4ddcb4097134ff3c332f" ma:index="30" nillable="true" ma:taxonomy="true" ma:internalName="lcf76f155ced4ddcb4097134ff3c332f" ma:taxonomyFieldName="MediaServiceImageTags" ma:displayName="画像タグ" ma:readOnly="false" ma:fieldId="{5cf76f15-5ced-4ddc-b409-7134ff3c332f}" ma:taxonomyMulti="true" ma:sspId="42ae3332-4cb3-425b-8e64-e4ee656321e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2" nillable="true" ma:displayName="MediaServiceObjectDetectorVersions" ma:description="" ma:hidden="true" ma:indexed="true" ma:internalName="MediaServiceObjectDetectorVersions" ma:readOnly="true">
      <xsd:simpleType>
        <xsd:restriction base="dms:Text"/>
      </xsd:simpleType>
    </xsd:element>
    <xsd:element name="MediaServiceLocation" ma:index="33" nillable="true" ma:displayName="Location" ma:description="" ma:indexed="true" ma:internalName="MediaServiceLocation" ma:readOnly="true">
      <xsd:simpleType>
        <xsd:restriction base="dms:Text"/>
      </xsd:simpleType>
    </xsd:element>
    <xsd:element name="MediaServiceSearchProperties" ma:index="3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7994135-1631-4aa3-9c62-e1dff533c0be" elementFormDefault="qualified">
    <xsd:import namespace="http://schemas.microsoft.com/office/2006/documentManagement/types"/>
    <xsd:import namespace="http://schemas.microsoft.com/office/infopath/2007/PartnerControls"/>
    <xsd:element name="SharedWithUsers" ma:index="21"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共有相手の詳細情報"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22a10cb-b86c-4593-8085-5392291bbf2c" elementFormDefault="qualified">
    <xsd:import namespace="http://schemas.microsoft.com/office/2006/documentManagement/types"/>
    <xsd:import namespace="http://schemas.microsoft.com/office/infopath/2007/PartnerControls"/>
    <xsd:element name="TaxCatchAll" ma:index="31" nillable="true" ma:displayName="Taxonomy Catch All Column" ma:hidden="true" ma:list="{2d72912c-c521-478d-969c-3c72d6d7111f}" ma:internalName="TaxCatchAll" ma:showField="CatchAllData" ma:web="322a10cb-b86c-4593-8085-5392291bbf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B117AA-1352-43A1-9222-A62B4A3A5EE0}">
  <ds:schemaRefs>
    <ds:schemaRef ds:uri="http://schemas.microsoft.com/sharepoint/v3/contenttype/forms"/>
  </ds:schemaRefs>
</ds:datastoreItem>
</file>

<file path=customXml/itemProps2.xml><?xml version="1.0" encoding="utf-8"?>
<ds:datastoreItem xmlns:ds="http://schemas.openxmlformats.org/officeDocument/2006/customXml" ds:itemID="{C3C616A4-36AD-4DD3-9E8E-F8E16CE66F25}">
  <ds:schemaRefs>
    <ds:schemaRef ds:uri="http://schemas.microsoft.com/office/2006/documentManagement/types"/>
    <ds:schemaRef ds:uri="http://purl.org/dc/dcmitype/"/>
    <ds:schemaRef ds:uri="822ec138-d961-4a17-bbb2-67f78016ba1e"/>
    <ds:schemaRef ds:uri="http://purl.org/dc/elements/1.1/"/>
    <ds:schemaRef ds:uri="e7994135-1631-4aa3-9c62-e1dff533c0be"/>
    <ds:schemaRef ds:uri="322a10cb-b86c-4593-8085-5392291bbf2c"/>
    <ds:schemaRef ds:uri="http://schemas.microsoft.com/office/infopath/2007/PartnerControls"/>
    <ds:schemaRef ds:uri="http://www.w3.org/XML/1998/namespace"/>
    <ds:schemaRef ds:uri="http://purl.org/dc/terms/"/>
    <ds:schemaRef ds:uri="http://schemas.openxmlformats.org/package/2006/metadata/core-properties"/>
    <ds:schemaRef ds:uri="http://schemas.microsoft.com/sharepoint/v3"/>
    <ds:schemaRef ds:uri="http://schemas.microsoft.com/office/2006/metadata/properties"/>
  </ds:schemaRefs>
</ds:datastoreItem>
</file>

<file path=customXml/itemProps3.xml><?xml version="1.0" encoding="utf-8"?>
<ds:datastoreItem xmlns:ds="http://schemas.openxmlformats.org/officeDocument/2006/customXml" ds:itemID="{C755D6CC-938E-49CC-8647-76E27AFDD7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822ec138-d961-4a17-bbb2-67f78016ba1e"/>
    <ds:schemaRef ds:uri="e7994135-1631-4aa3-9c62-e1dff533c0be"/>
    <ds:schemaRef ds:uri="322a10cb-b86c-4593-8085-5392291bbf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11416</TotalTime>
  <Words>856</Words>
  <Application>Microsoft Office PowerPoint</Application>
  <PresentationFormat>画面に合わせる (16:9)</PresentationFormat>
  <Paragraphs>120</Paragraphs>
  <Slides>2</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vt:i4>
      </vt:variant>
    </vt:vector>
  </HeadingPairs>
  <TitlesOfParts>
    <vt:vector size="10" baseType="lpstr">
      <vt:lpstr>HGP創英角ｺﾞｼｯｸUB</vt:lpstr>
      <vt:lpstr>Meiryo UI</vt:lpstr>
      <vt:lpstr>游ゴシック</vt:lpstr>
      <vt:lpstr>游ゴシック Light</vt:lpstr>
      <vt:lpstr>Arial</vt:lpstr>
      <vt:lpstr>Calibri</vt:lpstr>
      <vt:lpstr>Calibri Light</vt:lpstr>
      <vt:lpstr>Office テーマ</vt:lpstr>
      <vt:lpstr>PowerPoint プレゼンテーション</vt:lpstr>
      <vt:lpstr>戦術【やるべき取り組み】ゴールへ向けたマイルストーン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Microsoft Office User</dc:creator>
  <cp:keywords/>
  <dc:description/>
  <cp:lastModifiedBy>道倉 達也(イカリ消毒)</cp:lastModifiedBy>
  <cp:revision>894</cp:revision>
  <cp:lastPrinted>2025-09-10T04:37:52Z</cp:lastPrinted>
  <dcterms:created xsi:type="dcterms:W3CDTF">2019-11-08T07:52:45Z</dcterms:created>
  <dcterms:modified xsi:type="dcterms:W3CDTF">2025-11-12T00:16:13Z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0x010100221016016CB86F41A3B63A50748A79E7</vt:lpwstr>
  </property>
</Properties>
</file>